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Hanken Grotesk Medium"/>
      <p:regular r:id="rId24"/>
      <p:bold r:id="rId25"/>
      <p:italic r:id="rId26"/>
      <p:boldItalic r:id="rId27"/>
    </p:embeddedFont>
    <p:embeddedFont>
      <p:font typeface="Neuton Light"/>
      <p:regular r:id="rId28"/>
      <p:bold r:id="rId29"/>
      <p:boldItalic r:id="rId30"/>
    </p:embeddedFont>
    <p:embeddedFont>
      <p:font typeface="Hanken Grotesk"/>
      <p:regular r:id="rId31"/>
      <p:bold r:id="rId32"/>
      <p:italic r:id="rId33"/>
      <p:boldItalic r:id="rId34"/>
    </p:embeddedFont>
    <p:embeddedFont>
      <p:font typeface="Hanken Grotesk SemiBold"/>
      <p:regular r:id="rId35"/>
      <p:bold r:id="rId36"/>
      <p:italic r:id="rId37"/>
      <p:boldItalic r:id="rId38"/>
    </p:embeddedFont>
    <p:embeddedFont>
      <p:font typeface="Neuton"/>
      <p:regular r:id="rId39"/>
      <p:bold r:id="rId40"/>
      <p:italic r:id="rId41"/>
    </p:embeddedFont>
    <p:embeddedFont>
      <p:font typeface="Average"/>
      <p:regular r:id="rId42"/>
    </p:embeddedFont>
    <p:embeddedFont>
      <p:font typeface="Oswald"/>
      <p:regular r:id="rId43"/>
      <p:bold r:id="rId44"/>
    </p:embeddedFont>
    <p:embeddedFont>
      <p:font typeface="Hanken Grotesk Ligh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A59E51-3D75-45E9-BD5A-DFD7282A27B7}">
  <a:tblStyle styleId="{4DA59E51-3D75-45E9-BD5A-DFD7282A27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uton-bold.fntdata"/><Relationship Id="rId20" Type="http://schemas.openxmlformats.org/officeDocument/2006/relationships/slide" Target="slides/slide13.xml"/><Relationship Id="rId42" Type="http://schemas.openxmlformats.org/officeDocument/2006/relationships/font" Target="fonts/Average-regular.fntdata"/><Relationship Id="rId41" Type="http://schemas.openxmlformats.org/officeDocument/2006/relationships/font" Target="fonts/Neuton-italic.fntdata"/><Relationship Id="rId22" Type="http://schemas.openxmlformats.org/officeDocument/2006/relationships/slide" Target="slides/slide15.xml"/><Relationship Id="rId44" Type="http://schemas.openxmlformats.org/officeDocument/2006/relationships/font" Target="fonts/Oswald-bold.fntdata"/><Relationship Id="rId21" Type="http://schemas.openxmlformats.org/officeDocument/2006/relationships/slide" Target="slides/slide14.xml"/><Relationship Id="rId43" Type="http://schemas.openxmlformats.org/officeDocument/2006/relationships/font" Target="fonts/Oswald-regular.fntdata"/><Relationship Id="rId24" Type="http://schemas.openxmlformats.org/officeDocument/2006/relationships/font" Target="fonts/HankenGroteskMedium-regular.fntdata"/><Relationship Id="rId46" Type="http://schemas.openxmlformats.org/officeDocument/2006/relationships/font" Target="fonts/HankenGroteskLight-bold.fntdata"/><Relationship Id="rId23" Type="http://schemas.openxmlformats.org/officeDocument/2006/relationships/slide" Target="slides/slide16.xml"/><Relationship Id="rId45" Type="http://schemas.openxmlformats.org/officeDocument/2006/relationships/font" Target="fonts/HankenGrotesk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ankenGroteskMedium-italic.fntdata"/><Relationship Id="rId48" Type="http://schemas.openxmlformats.org/officeDocument/2006/relationships/font" Target="fonts/HankenGroteskLight-boldItalic.fntdata"/><Relationship Id="rId25" Type="http://schemas.openxmlformats.org/officeDocument/2006/relationships/font" Target="fonts/HankenGroteskMedium-bold.fntdata"/><Relationship Id="rId47" Type="http://schemas.openxmlformats.org/officeDocument/2006/relationships/font" Target="fonts/HankenGroteskLight-italic.fntdata"/><Relationship Id="rId28" Type="http://schemas.openxmlformats.org/officeDocument/2006/relationships/font" Target="fonts/NeutonLight-regular.fntdata"/><Relationship Id="rId27" Type="http://schemas.openxmlformats.org/officeDocument/2006/relationships/font" Target="fonts/HankenGrotesk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euton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ankenGrotesk-regular.fntdata"/><Relationship Id="rId30" Type="http://schemas.openxmlformats.org/officeDocument/2006/relationships/font" Target="fonts/NeutonLight-boldItalic.fntdata"/><Relationship Id="rId11" Type="http://schemas.openxmlformats.org/officeDocument/2006/relationships/slide" Target="slides/slide4.xml"/><Relationship Id="rId33" Type="http://schemas.openxmlformats.org/officeDocument/2006/relationships/font" Target="fonts/HankenGrotesk-italic.fntdata"/><Relationship Id="rId10" Type="http://schemas.openxmlformats.org/officeDocument/2006/relationships/slide" Target="slides/slide3.xml"/><Relationship Id="rId32" Type="http://schemas.openxmlformats.org/officeDocument/2006/relationships/font" Target="fonts/HankenGrotesk-bold.fntdata"/><Relationship Id="rId13" Type="http://schemas.openxmlformats.org/officeDocument/2006/relationships/slide" Target="slides/slide6.xml"/><Relationship Id="rId35" Type="http://schemas.openxmlformats.org/officeDocument/2006/relationships/font" Target="fonts/HankenGroteskSemiBold-regular.fntdata"/><Relationship Id="rId12" Type="http://schemas.openxmlformats.org/officeDocument/2006/relationships/slide" Target="slides/slide5.xml"/><Relationship Id="rId34" Type="http://schemas.openxmlformats.org/officeDocument/2006/relationships/font" Target="fonts/HankenGrotesk-boldItalic.fntdata"/><Relationship Id="rId15" Type="http://schemas.openxmlformats.org/officeDocument/2006/relationships/slide" Target="slides/slide8.xml"/><Relationship Id="rId37" Type="http://schemas.openxmlformats.org/officeDocument/2006/relationships/font" Target="fonts/HankenGroteskSemiBold-italic.fntdata"/><Relationship Id="rId14" Type="http://schemas.openxmlformats.org/officeDocument/2006/relationships/slide" Target="slides/slide7.xml"/><Relationship Id="rId36" Type="http://schemas.openxmlformats.org/officeDocument/2006/relationships/font" Target="fonts/HankenGroteskSemiBold-bold.fntdata"/><Relationship Id="rId17" Type="http://schemas.openxmlformats.org/officeDocument/2006/relationships/slide" Target="slides/slide10.xml"/><Relationship Id="rId39" Type="http://schemas.openxmlformats.org/officeDocument/2006/relationships/font" Target="fonts/Neuton-regular.fntdata"/><Relationship Id="rId16" Type="http://schemas.openxmlformats.org/officeDocument/2006/relationships/slide" Target="slides/slide9.xml"/><Relationship Id="rId38" Type="http://schemas.openxmlformats.org/officeDocument/2006/relationships/font" Target="fonts/HankenGroteskSemiBold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ae3ae054b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cae3ae054b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c5ee443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cc5ee443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ae3ae054b_0_2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cae3ae054b_0_2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c1336758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cc1336758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cc5ee443d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cc5ee443d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cc5ee443d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cc5ee443d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cc5ae60f3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cc5ae60f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cc5ae60f3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cc5ae60f3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cae3ae054b_0_2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cae3ae054b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cae3ae054b_0_2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cae3ae054b_0_2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cc5133eff0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cc5133eff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cc5133eff0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cc5133eff0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cc5ee443d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cc5ee443d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cc5ee443d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cc5ee443d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cc5ee443d5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cc5ee443d5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cae3ae054b_0_2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cae3ae054b_0_2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6" name="Google Shape;86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7" name="Google Shape;87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" name="Google Shape;92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" name="Google Shape;93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" name="Google Shape;101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4" name="Google Shape;104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5" name="Google Shape;105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6" name="Google Shape;106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7" name="Google Shape;107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8" name="Google Shape;128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7" name="Google Shape;137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9" name="Google Shape;139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41" name="Google Shape;141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44" name="Google Shape;144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6" name="Google Shape;146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7" name="Google Shape;147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8" name="Google Shape;148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0" name="Google Shape;150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51" name="Google Shape;151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3" name="Google Shape;153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54" name="Google Shape;154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6" name="Google Shape;156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7" name="Google Shape;157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5" name="Google Shape;165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1" name="Google Shape;171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3" name="Google Shape;173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4" name="Google Shape;174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5" name="Google Shape;175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7" name="Google Shape;177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9" name="Google Shape;179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5" name="Google Shape;185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6" name="Google Shape;186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7" name="Google Shape;187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8" name="Google Shape;188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9" name="Google Shape;189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2" name="Google Shape;202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3" name="Google Shape;203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7" name="Google Shape;207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2" name="Google Shape;212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3" name="Google Shape;213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5" name="Google Shape;215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6" name="Google Shape;216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9" name="Google Shape;239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6" name="Google Shape;256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8" name="Google Shape;258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7" name="Google Shape;287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8" name="Google Shape;288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9" name="Google Shape;289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2" name="Google Shape;292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3" name="Google Shape;293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4" name="Google Shape;294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5" name="Google Shape;295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6" name="Google Shape;296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4" name="Google Shape;314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6" name="Google Shape;316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8" name="Google Shape;318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9" name="Google Shape;319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20" name="Google Shape;320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21" name="Google Shape;321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22" name="Google Shape;322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3" name="Google Shape;323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8" name="Google Shape;328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9" name="Google Shape;329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1" name="Google Shape;331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32" name="Google Shape;332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33" name="Google Shape;333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40" name="Google Shape;340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41" name="Google Shape;341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42" name="Google Shape;342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43" name="Google Shape;343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9" name="Google Shape;349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54" name="Google Shape;354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1" name="Google Shape;361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2" name="Google Shape;362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3" name="Google Shape;363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2" name="Google Shape;372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3" name="Google Shape;373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4" name="Google Shape;374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5" name="Google Shape;375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2" name="Google Shape;382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7" name="Google Shape;387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8" name="Google Shape;388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9" name="Google Shape;389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90" name="Google Shape;390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91" name="Google Shape;391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2" name="Google Shape;392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3" name="Google Shape;393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6" name="Google Shape;396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9" name="Google Shape;399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400" name="Google Shape;400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7" name="Google Shape;407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8" name="Google Shape;408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9" name="Google Shape;409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7" name="Google Shape;417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8" name="Google Shape;418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9" name="Google Shape;419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20" name="Google Shape;420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21" name="Google Shape;421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2" name="Google Shape;432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3" name="Google Shape;433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3" name="Google Shape;443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44" name="Google Shape;444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8" name="Google Shape;448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0" name="Google Shape;450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1" name="Google Shape;451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2" name="Google Shape;452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5" name="Google Shape;455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6" name="Google Shape;456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9" name="Google Shape;459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1" name="Google Shape;461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2" name="Google Shape;462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1" name="Google Shape;471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2" name="Google Shape;472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3" name="Google Shape;473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6" name="Google Shape;476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0" name="Google Shape;480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2" name="Google Shape;492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4" name="Google Shape;494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5" name="Google Shape;495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9" name="Google Shape;499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0" name="Google Shape;500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502" name="Google Shape;502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503" name="Google Shape;503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5" name="Google Shape;505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7" name="Google Shape;507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4" name="Google Shape;514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5" name="Google Shape;515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6" name="Google Shape;516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7" name="Google Shape;517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8" name="Google Shape;518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1" name="Google Shape;521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2" name="Google Shape;522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3" name="Google Shape;523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7" name="Google Shape;527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8" name="Google Shape;528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9" name="Google Shape;529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3" name="Google Shape;543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4" name="Google Shape;544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5" name="Google Shape;545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6" name="Google Shape;546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7" name="Google Shape;547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8" name="Google Shape;548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9" name="Google Shape;559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0" name="Google Shape;560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1" name="Google Shape;561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5" name="Google Shape;565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70" name="Google Shape;57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9" name="Google Shape;579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4" name="Google Shape;584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5" name="Google Shape;585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0" name="Google Shape;590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5" name="Google Shape;595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6" name="Google Shape;596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7" name="Google Shape;597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8" name="Google Shape;598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9" name="Google Shape;599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02" name="Google Shape;602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6" name="Google Shape;606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9" name="Google Shape;609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2" name="Google Shape;612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3" name="Google Shape;613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4" name="Google Shape;614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5" name="Google Shape;615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6" name="Google Shape;616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7" name="Google Shape;617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0" name="Google Shape;620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1" name="Google Shape;621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2" name="Google Shape;622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3" name="Google Shape;623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4" name="Google Shape;624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5" name="Google Shape;625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6" name="Google Shape;626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7" name="Google Shape;627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0" name="Google Shape;630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3" name="Google Shape;633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4" name="Google Shape;634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5" name="Google Shape;635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7" name="Google Shape;637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8" name="Google Shape;638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3" name="Google Shape;643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4" name="Google Shape;644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5" name="Google Shape;645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6" name="Google Shape;64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7" name="Google Shape;647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8" name="Google Shape;648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9" name="Google Shape;649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8" name="Google Shape;658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9" name="Google Shape;659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60" name="Google Shape;660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2" name="Google Shape;662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xTwen9T1Rs30X7IZ9lWxrfQjKA8PyrqW/view" TargetMode="External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8" name="Google Shape;668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9" name="Google Shape;669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0" name="Google Shape;670;p5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Bring ROAR to Life</a:t>
            </a:r>
            <a:endParaRPr/>
          </a:p>
        </p:txBody>
      </p:sp>
      <p:sp>
        <p:nvSpPr>
          <p:cNvPr id="671" name="Google Shape;671;p5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TEAM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0"/>
          <p:cNvSpPr txBox="1"/>
          <p:nvPr>
            <p:ph type="title"/>
          </p:nvPr>
        </p:nvSpPr>
        <p:spPr>
          <a:xfrm>
            <a:off x="593175" y="789755"/>
            <a:ext cx="7916400" cy="24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Hanken Grotesk"/>
              <a:buChar char="●"/>
            </a:pPr>
            <a:r>
              <a:rPr lang="en" sz="1700">
                <a:latin typeface="Hanken Grotesk"/>
                <a:ea typeface="Hanken Grotesk"/>
                <a:cs typeface="Hanken Grotesk"/>
                <a:sym typeface="Hanken Grotesk"/>
              </a:rPr>
              <a:t>The goal of Bring ROAR to Life is to design and create an anatomically accurate Stegosaurus that is able to walk and interact with its environment in a lifelike manner</a:t>
            </a:r>
            <a:endParaRPr sz="17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Hanken Grotesk"/>
              <a:buChar char="●"/>
            </a:pPr>
            <a:r>
              <a:rPr lang="en" sz="1700">
                <a:latin typeface="Hanken Grotesk"/>
                <a:ea typeface="Hanken Grotesk"/>
                <a:cs typeface="Hanken Grotesk"/>
                <a:sym typeface="Hanken Grotesk"/>
              </a:rPr>
              <a:t>Our end goal of an ideal project will be to provide an educational resource for museums in general</a:t>
            </a:r>
            <a:endParaRPr sz="17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2" name="Google Shape;682;p6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3" name="Google Shape;683;p6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4" name="Google Shape;684;p6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5" name="Google Shape;685;p6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3D Modeling</a:t>
            </a:r>
            <a:endParaRPr/>
          </a:p>
        </p:txBody>
      </p:sp>
      <p:sp>
        <p:nvSpPr>
          <p:cNvPr id="686" name="Google Shape;686;p6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687" name="Google Shape;687;p6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688" name="Google Shape;688;p61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689" name="Google Shape;68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50" y="2103116"/>
            <a:ext cx="5644851" cy="2903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0" name="Google Shape;690;p61"/>
          <p:cNvSpPr/>
          <p:nvPr/>
        </p:nvSpPr>
        <p:spPr>
          <a:xfrm>
            <a:off x="1212450" y="1513350"/>
            <a:ext cx="1736100" cy="519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BE2C4"/>
              </a:solidFill>
              <a:highlight>
                <a:srgbClr val="FBE2C4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1" name="Google Shape;691;p61"/>
          <p:cNvSpPr txBox="1"/>
          <p:nvPr/>
        </p:nvSpPr>
        <p:spPr>
          <a:xfrm>
            <a:off x="363125" y="744800"/>
            <a:ext cx="53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3D Modeling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2" name="Google Shape;692;p61"/>
          <p:cNvSpPr txBox="1"/>
          <p:nvPr/>
        </p:nvSpPr>
        <p:spPr>
          <a:xfrm>
            <a:off x="134550" y="1109550"/>
            <a:ext cx="73902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Current layout with primary motor placement.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Largely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based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on 3D scan data with mechanical components added to the existing structure.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Femur and Upper arms feature capstan drives, tibias and forearms use remote cables/ motors.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93" name="Google Shape;69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1850" y="2097100"/>
            <a:ext cx="1736100" cy="135541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4" name="Google Shape;694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1275" y="3554332"/>
            <a:ext cx="1633450" cy="144659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0" name="Google Shape;700;p6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1" name="Google Shape;701;p6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2" name="Google Shape;702;p6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3" name="Google Shape;703;p6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3D Modeling</a:t>
            </a:r>
            <a:endParaRPr/>
          </a:p>
        </p:txBody>
      </p:sp>
      <p:sp>
        <p:nvSpPr>
          <p:cNvPr id="704" name="Google Shape;704;p6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705" name="Google Shape;705;p6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706" name="Google Shape;706;p62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707" name="Google Shape;707;p62"/>
          <p:cNvSpPr/>
          <p:nvPr/>
        </p:nvSpPr>
        <p:spPr>
          <a:xfrm>
            <a:off x="1212450" y="1513350"/>
            <a:ext cx="1736100" cy="519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BE2C4"/>
              </a:solidFill>
              <a:highlight>
                <a:srgbClr val="FBE2C4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8" name="Google Shape;708;p62"/>
          <p:cNvSpPr txBox="1"/>
          <p:nvPr/>
        </p:nvSpPr>
        <p:spPr>
          <a:xfrm>
            <a:off x="363125" y="744800"/>
            <a:ext cx="53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3D Modeling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9" name="Google Shape;709;p62"/>
          <p:cNvSpPr txBox="1"/>
          <p:nvPr/>
        </p:nvSpPr>
        <p:spPr>
          <a:xfrm>
            <a:off x="134550" y="1109550"/>
            <a:ext cx="52422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Light FEA was run to get baseline estimates for strength.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Based off maximum motor stall torque.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Limb torque calculations based off gait study and 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maximum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angular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acceleration in joints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10" name="Google Shape;71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025" y="918945"/>
            <a:ext cx="3187825" cy="20262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1" name="Google Shape;71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8025" y="3045675"/>
            <a:ext cx="3187825" cy="19049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2" name="Google Shape;712;p62"/>
          <p:cNvSpPr/>
          <p:nvPr/>
        </p:nvSpPr>
        <p:spPr>
          <a:xfrm>
            <a:off x="1245125" y="2917325"/>
            <a:ext cx="1913100" cy="612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13" name="Google Shape;713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50" y="3810042"/>
            <a:ext cx="5347800" cy="114055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9" name="Google Shape;719;p6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0" name="Google Shape;720;p6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1" name="Google Shape;721;p6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2" name="Google Shape;722;p6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3D Modeling</a:t>
            </a:r>
            <a:endParaRPr/>
          </a:p>
        </p:txBody>
      </p:sp>
      <p:sp>
        <p:nvSpPr>
          <p:cNvPr id="723" name="Google Shape;723;p6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724" name="Google Shape;724;p6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725" name="Google Shape;725;p63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726" name="Google Shape;726;p63"/>
          <p:cNvSpPr/>
          <p:nvPr/>
        </p:nvSpPr>
        <p:spPr>
          <a:xfrm>
            <a:off x="1212450" y="1513350"/>
            <a:ext cx="1736100" cy="519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BE2C4"/>
              </a:solidFill>
              <a:highlight>
                <a:srgbClr val="FBE2C4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7" name="Google Shape;727;p63"/>
          <p:cNvSpPr/>
          <p:nvPr/>
        </p:nvSpPr>
        <p:spPr>
          <a:xfrm>
            <a:off x="1245125" y="2917325"/>
            <a:ext cx="1913100" cy="612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8" name="Google Shape;728;p63"/>
          <p:cNvSpPr txBox="1"/>
          <p:nvPr/>
        </p:nvSpPr>
        <p:spPr>
          <a:xfrm>
            <a:off x="517050" y="1731375"/>
            <a:ext cx="8109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This housing will fit under the ribcage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housing for the electronics is approximately 5.2in. x 4.5in. x 3in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Many components are fitted precisely into a tight space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cover will be connected to the dinosaur’s spine, and the housing will be connected to the cover 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Some components will be bolted into the housing,  and other components will be free floating in their designated space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Cutouts were made so that wires can go out of the housing and into the motors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9" name="Google Shape;729;p63"/>
          <p:cNvSpPr txBox="1"/>
          <p:nvPr>
            <p:ph idx="1" type="subTitle"/>
          </p:nvPr>
        </p:nvSpPr>
        <p:spPr>
          <a:xfrm>
            <a:off x="2359200" y="638050"/>
            <a:ext cx="46491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Electronics Packaging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4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5" name="Google Shape;735;p6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6" name="Google Shape;736;p6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7" name="Google Shape;737;p6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8" name="Google Shape;738;p6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3D Modeling</a:t>
            </a:r>
            <a:endParaRPr/>
          </a:p>
        </p:txBody>
      </p:sp>
      <p:sp>
        <p:nvSpPr>
          <p:cNvPr id="739" name="Google Shape;739;p6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740" name="Google Shape;740;p6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741" name="Google Shape;741;p6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742" name="Google Shape;742;p64"/>
          <p:cNvSpPr/>
          <p:nvPr/>
        </p:nvSpPr>
        <p:spPr>
          <a:xfrm>
            <a:off x="1212450" y="1513350"/>
            <a:ext cx="1736100" cy="519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BE2C4"/>
              </a:solidFill>
              <a:highlight>
                <a:srgbClr val="FBE2C4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3" name="Google Shape;743;p64"/>
          <p:cNvSpPr/>
          <p:nvPr/>
        </p:nvSpPr>
        <p:spPr>
          <a:xfrm>
            <a:off x="1245125" y="2917325"/>
            <a:ext cx="1913100" cy="612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44" name="Google Shape;74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238" y="1335038"/>
            <a:ext cx="1680325" cy="14608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5" name="Google Shape;74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7500" y="1369413"/>
            <a:ext cx="1706225" cy="139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6" name="Google Shape;746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300" y="3049871"/>
            <a:ext cx="1626200" cy="162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7" name="Google Shape;747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7500" y="3079875"/>
            <a:ext cx="1755460" cy="162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8" name="Google Shape;748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238" y="1513350"/>
            <a:ext cx="3740875" cy="2839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9" name="Google Shape;749;p64"/>
          <p:cNvSpPr txBox="1"/>
          <p:nvPr>
            <p:ph idx="1" type="subTitle"/>
          </p:nvPr>
        </p:nvSpPr>
        <p:spPr>
          <a:xfrm>
            <a:off x="2359200" y="638050"/>
            <a:ext cx="46491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Electronics Packaging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5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5" name="Google Shape;755;p65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6" name="Google Shape;756;p6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7" name="Google Shape;757;p65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8" name="Google Shape;758;p6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759" name="Google Shape;759;p6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760" name="Google Shape;760;p6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761" name="Google Shape;761;p6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Modeling &amp; Analysis</a:t>
            </a:r>
            <a:endParaRPr/>
          </a:p>
        </p:txBody>
      </p:sp>
      <p:sp>
        <p:nvSpPr>
          <p:cNvPr id="762" name="Google Shape;762;p6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pic>
        <p:nvPicPr>
          <p:cNvPr id="763" name="Google Shape;76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601" y="1369225"/>
            <a:ext cx="5524800" cy="34253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64" name="Google Shape;764;p65"/>
          <p:cNvCxnSpPr/>
          <p:nvPr/>
        </p:nvCxnSpPr>
        <p:spPr>
          <a:xfrm flipH="1">
            <a:off x="4496100" y="2819400"/>
            <a:ext cx="380700" cy="9813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65"/>
          <p:cNvCxnSpPr/>
          <p:nvPr/>
        </p:nvCxnSpPr>
        <p:spPr>
          <a:xfrm flipH="1">
            <a:off x="3990900" y="2828925"/>
            <a:ext cx="885900" cy="96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65"/>
          <p:cNvCxnSpPr/>
          <p:nvPr/>
        </p:nvCxnSpPr>
        <p:spPr>
          <a:xfrm flipH="1">
            <a:off x="4419600" y="3810000"/>
            <a:ext cx="76200" cy="6858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65"/>
          <p:cNvSpPr/>
          <p:nvPr/>
        </p:nvSpPr>
        <p:spPr>
          <a:xfrm rot="3338673">
            <a:off x="3909336" y="3362324"/>
            <a:ext cx="809640" cy="8096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8" name="Google Shape;768;p65"/>
          <p:cNvSpPr/>
          <p:nvPr/>
        </p:nvSpPr>
        <p:spPr>
          <a:xfrm rot="-10069688">
            <a:off x="4291183" y="2581309"/>
            <a:ext cx="809600" cy="809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/>
          <p:nvPr/>
        </p:nvSpPr>
        <p:spPr>
          <a:xfrm>
            <a:off x="3844925" y="3383875"/>
            <a:ext cx="4419600" cy="147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4" name="Google Shape;774;p66"/>
          <p:cNvSpPr/>
          <p:nvPr/>
        </p:nvSpPr>
        <p:spPr>
          <a:xfrm>
            <a:off x="782050" y="1639300"/>
            <a:ext cx="4419600" cy="147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5" name="Google Shape;775;p66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6" name="Google Shape;776;p66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7" name="Google Shape;777;p6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8" name="Google Shape;778;p66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9" name="Google Shape;779;p66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780" name="Google Shape;780;p6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781" name="Google Shape;781;p6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782" name="Google Shape;782;p6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Modeling &amp; Analysis</a:t>
            </a:r>
            <a:endParaRPr/>
          </a:p>
        </p:txBody>
      </p:sp>
      <p:sp>
        <p:nvSpPr>
          <p:cNvPr id="783" name="Google Shape;783;p6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graphicFrame>
        <p:nvGraphicFramePr>
          <p:cNvPr id="784" name="Google Shape;784;p66"/>
          <p:cNvGraphicFramePr/>
          <p:nvPr/>
        </p:nvGraphicFramePr>
        <p:xfrm>
          <a:off x="784075" y="163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{4DA59E51-3D75-45E9-BD5A-DFD7282A27B7}</a:tableStyleId>
              </a:tblPr>
              <a:tblGrid>
                <a:gridCol w="1228725"/>
                <a:gridCol w="1095375"/>
                <a:gridCol w="1047750"/>
                <a:gridCol w="1047750"/>
              </a:tblGrid>
              <a:tr h="2743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 Leg Joint Angles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Stride Status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Gait Percent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 Angle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Knee Angle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Heel Touch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Load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Toe Off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 Swing_1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 Swing 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Heel Touch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785" name="Google Shape;785;p66"/>
          <p:cNvGraphicFramePr/>
          <p:nvPr/>
        </p:nvGraphicFramePr>
        <p:xfrm>
          <a:off x="3825875" y="336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{4DA59E51-3D75-45E9-BD5A-DFD7282A27B7}</a:tableStyleId>
              </a:tblPr>
              <a:tblGrid>
                <a:gridCol w="1238250"/>
                <a:gridCol w="1104900"/>
                <a:gridCol w="1038225"/>
                <a:gridCol w="1076325"/>
              </a:tblGrid>
              <a:tr h="2667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Rear Leg Joint Angles</a:t>
                      </a:r>
                      <a:endParaRPr b="1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Stride Status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Gait Percent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Hip Angle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Knee Angle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Heel Touch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Load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Toe Off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 Swing 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 Swing 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9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Heel Touch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160°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7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1" name="Google Shape;791;p6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2" name="Google Shape;792;p6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3" name="Google Shape;793;p6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4" name="Google Shape;794;p67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795" name="Google Shape;795;p67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796" name="Google Shape;796;p67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797" name="Google Shape;797;p67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Modeling &amp; Analysis</a:t>
            </a:r>
            <a:endParaRPr/>
          </a:p>
        </p:txBody>
      </p:sp>
      <p:sp>
        <p:nvSpPr>
          <p:cNvPr id="798" name="Google Shape;798;p67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pic>
        <p:nvPicPr>
          <p:cNvPr id="799" name="Google Shape;799;p67" title="Screen Recording 2026-03-02 17122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525" y="1733145"/>
            <a:ext cx="3632349" cy="28080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0" name="Google Shape;80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715875"/>
            <a:ext cx="2245975" cy="1863847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801" name="Google Shape;801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0675" y="2803800"/>
            <a:ext cx="2245975" cy="1863847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7" name="Google Shape;807;p6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9" name="Google Shape;809;p6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0" name="Google Shape;810;p6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3D Modeling</a:t>
            </a:r>
            <a:endParaRPr/>
          </a:p>
        </p:txBody>
      </p:sp>
      <p:sp>
        <p:nvSpPr>
          <p:cNvPr id="811" name="Google Shape;811;p68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/>
          </a:p>
        </p:txBody>
      </p:sp>
      <p:sp>
        <p:nvSpPr>
          <p:cNvPr id="812" name="Google Shape;812;p68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814" name="Google Shape;814;p68"/>
          <p:cNvSpPr/>
          <p:nvPr/>
        </p:nvSpPr>
        <p:spPr>
          <a:xfrm>
            <a:off x="4833100" y="2729925"/>
            <a:ext cx="4095900" cy="2068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815" name="Google Shape;815;p68"/>
          <p:cNvCxnSpPr/>
          <p:nvPr/>
        </p:nvCxnSpPr>
        <p:spPr>
          <a:xfrm flipH="1" rot="10800000">
            <a:off x="6507284" y="1064345"/>
            <a:ext cx="1713600" cy="1658100"/>
          </a:xfrm>
          <a:prstGeom prst="bentConnector3">
            <a:avLst>
              <a:gd fmla="val 34927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6" name="Google Shape;816;p68"/>
          <p:cNvGrpSpPr/>
          <p:nvPr/>
        </p:nvGrpSpPr>
        <p:grpSpPr>
          <a:xfrm rot="-5400000">
            <a:off x="3829566" y="1514316"/>
            <a:ext cx="309389" cy="262580"/>
            <a:chOff x="1135050" y="1004825"/>
            <a:chExt cx="401700" cy="388375"/>
          </a:xfrm>
        </p:grpSpPr>
        <p:sp>
          <p:nvSpPr>
            <p:cNvPr id="817" name="Google Shape;817;p68"/>
            <p:cNvSpPr/>
            <p:nvPr/>
          </p:nvSpPr>
          <p:spPr>
            <a:xfrm>
              <a:off x="1135050" y="1031400"/>
              <a:ext cx="401700" cy="3618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18" name="Google Shape;818;p68"/>
            <p:cNvSpPr/>
            <p:nvPr/>
          </p:nvSpPr>
          <p:spPr>
            <a:xfrm>
              <a:off x="1231350" y="1004825"/>
              <a:ext cx="209100" cy="202500"/>
            </a:xfrm>
            <a:prstGeom prst="rect">
              <a:avLst/>
            </a:prstGeom>
            <a:solidFill>
              <a:srgbClr val="FFFFFF"/>
            </a:solidFill>
            <a:ln cap="flat" cmpd="sng" w="64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cxnSp>
          <p:nvCxnSpPr>
            <p:cNvPr id="819" name="Google Shape;819;p68"/>
            <p:cNvCxnSpPr/>
            <p:nvPr/>
          </p:nvCxnSpPr>
          <p:spPr>
            <a:xfrm>
              <a:off x="1228000" y="1026500"/>
              <a:ext cx="0" cy="185100"/>
            </a:xfrm>
            <a:prstGeom prst="straightConnector1">
              <a:avLst/>
            </a:prstGeom>
            <a:noFill/>
            <a:ln cap="flat" cmpd="sng" w="64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68"/>
            <p:cNvCxnSpPr/>
            <p:nvPr/>
          </p:nvCxnSpPr>
          <p:spPr>
            <a:xfrm>
              <a:off x="1440450" y="1026500"/>
              <a:ext cx="0" cy="185100"/>
            </a:xfrm>
            <a:prstGeom prst="straightConnector1">
              <a:avLst/>
            </a:prstGeom>
            <a:noFill/>
            <a:ln cap="flat" cmpd="sng" w="64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68"/>
            <p:cNvCxnSpPr/>
            <p:nvPr/>
          </p:nvCxnSpPr>
          <p:spPr>
            <a:xfrm>
              <a:off x="1224275" y="1210700"/>
              <a:ext cx="220800" cy="0"/>
            </a:xfrm>
            <a:prstGeom prst="straightConnector1">
              <a:avLst/>
            </a:prstGeom>
            <a:noFill/>
            <a:ln cap="flat" cmpd="sng" w="64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2" name="Google Shape;822;p68"/>
          <p:cNvSpPr/>
          <p:nvPr/>
        </p:nvSpPr>
        <p:spPr>
          <a:xfrm rot="-5400000">
            <a:off x="3658327" y="1531446"/>
            <a:ext cx="160800" cy="2286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grpSp>
        <p:nvGrpSpPr>
          <p:cNvPr id="823" name="Google Shape;823;p68"/>
          <p:cNvGrpSpPr/>
          <p:nvPr/>
        </p:nvGrpSpPr>
        <p:grpSpPr>
          <a:xfrm rot="-5400000">
            <a:off x="4052798" y="1610019"/>
            <a:ext cx="147647" cy="71254"/>
            <a:chOff x="1230150" y="1425700"/>
            <a:chExt cx="167400" cy="92012"/>
          </a:xfrm>
        </p:grpSpPr>
        <p:sp>
          <p:nvSpPr>
            <p:cNvPr id="824" name="Google Shape;824;p68"/>
            <p:cNvSpPr/>
            <p:nvPr/>
          </p:nvSpPr>
          <p:spPr>
            <a:xfrm>
              <a:off x="1230150" y="1425700"/>
              <a:ext cx="167400" cy="65100"/>
            </a:xfrm>
            <a:prstGeom prst="rect">
              <a:avLst/>
            </a:prstGeom>
            <a:solidFill>
              <a:srgbClr val="EEEEEE"/>
            </a:solidFill>
            <a:ln cap="flat" cmpd="sng" w="73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800" lIns="70800" spcFirstLastPara="1" rIns="70800" wrap="square" tIns="70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/>
            </a:p>
          </p:txBody>
        </p:sp>
        <p:sp>
          <p:nvSpPr>
            <p:cNvPr id="825" name="Google Shape;825;p68"/>
            <p:cNvSpPr/>
            <p:nvPr/>
          </p:nvSpPr>
          <p:spPr>
            <a:xfrm rot="-1176245">
              <a:off x="1268029" y="1479691"/>
              <a:ext cx="69743" cy="27143"/>
            </a:xfrm>
            <a:prstGeom prst="rtTriangle">
              <a:avLst/>
            </a:prstGeom>
            <a:solidFill>
              <a:srgbClr val="EEEEEE"/>
            </a:solidFill>
            <a:ln cap="flat" cmpd="sng" w="73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800" lIns="70800" spcFirstLastPara="1" rIns="70800" wrap="square" tIns="70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/>
            </a:p>
          </p:txBody>
        </p:sp>
      </p:grpSp>
      <p:sp>
        <p:nvSpPr>
          <p:cNvPr id="826" name="Google Shape;826;p68"/>
          <p:cNvSpPr/>
          <p:nvPr/>
        </p:nvSpPr>
        <p:spPr>
          <a:xfrm rot="-5400000">
            <a:off x="4270554" y="1700453"/>
            <a:ext cx="91152" cy="100986"/>
          </a:xfrm>
          <a:prstGeom prst="flowChartPunchedCard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827" name="Google Shape;827;p68"/>
          <p:cNvCxnSpPr>
            <a:endCxn id="826" idx="0"/>
          </p:cNvCxnSpPr>
          <p:nvPr/>
        </p:nvCxnSpPr>
        <p:spPr>
          <a:xfrm>
            <a:off x="4112337" y="1750946"/>
            <a:ext cx="153300" cy="0"/>
          </a:xfrm>
          <a:prstGeom prst="straightConnector1">
            <a:avLst/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68"/>
          <p:cNvCxnSpPr/>
          <p:nvPr/>
        </p:nvCxnSpPr>
        <p:spPr>
          <a:xfrm rot="10800000">
            <a:off x="4286946" y="1356118"/>
            <a:ext cx="0" cy="342600"/>
          </a:xfrm>
          <a:prstGeom prst="straightConnector1">
            <a:avLst/>
          </a:prstGeom>
          <a:noFill/>
          <a:ln cap="flat" cmpd="sng" w="6425">
            <a:solidFill>
              <a:srgbClr val="21212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8"/>
          <p:cNvCxnSpPr>
            <a:stCxn id="826" idx="2"/>
          </p:cNvCxnSpPr>
          <p:nvPr/>
        </p:nvCxnSpPr>
        <p:spPr>
          <a:xfrm>
            <a:off x="4366623" y="1750946"/>
            <a:ext cx="95100" cy="0"/>
          </a:xfrm>
          <a:prstGeom prst="straightConnector1">
            <a:avLst/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" name="Google Shape;830;p68"/>
          <p:cNvSpPr/>
          <p:nvPr/>
        </p:nvSpPr>
        <p:spPr>
          <a:xfrm>
            <a:off x="3601370" y="1534359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</a:t>
            </a:r>
            <a:endParaRPr sz="641"/>
          </a:p>
        </p:txBody>
      </p:sp>
      <p:sp>
        <p:nvSpPr>
          <p:cNvPr id="831" name="Google Shape;831;p68"/>
          <p:cNvSpPr/>
          <p:nvPr/>
        </p:nvSpPr>
        <p:spPr>
          <a:xfrm rot="-5400000">
            <a:off x="4646745" y="1715268"/>
            <a:ext cx="147600" cy="714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32" name="Google Shape;832;p68"/>
          <p:cNvSpPr/>
          <p:nvPr/>
        </p:nvSpPr>
        <p:spPr>
          <a:xfrm rot="-5400000">
            <a:off x="4646745" y="1491741"/>
            <a:ext cx="147600" cy="714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grpSp>
        <p:nvGrpSpPr>
          <p:cNvPr id="833" name="Google Shape;833;p68"/>
          <p:cNvGrpSpPr/>
          <p:nvPr/>
        </p:nvGrpSpPr>
        <p:grpSpPr>
          <a:xfrm>
            <a:off x="5579733" y="1355595"/>
            <a:ext cx="309214" cy="202235"/>
            <a:chOff x="1914150" y="1278150"/>
            <a:chExt cx="457350" cy="262575"/>
          </a:xfrm>
        </p:grpSpPr>
        <p:sp>
          <p:nvSpPr>
            <p:cNvPr id="834" name="Google Shape;834;p68"/>
            <p:cNvSpPr/>
            <p:nvPr/>
          </p:nvSpPr>
          <p:spPr>
            <a:xfrm>
              <a:off x="1951200" y="1278150"/>
              <a:ext cx="420300" cy="2625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35" name="Google Shape;835;p68"/>
            <p:cNvSpPr/>
            <p:nvPr/>
          </p:nvSpPr>
          <p:spPr>
            <a:xfrm>
              <a:off x="1914150" y="1418925"/>
              <a:ext cx="36900" cy="1218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</p:grpSp>
      <p:grpSp>
        <p:nvGrpSpPr>
          <p:cNvPr id="836" name="Google Shape;836;p68"/>
          <p:cNvGrpSpPr/>
          <p:nvPr/>
        </p:nvGrpSpPr>
        <p:grpSpPr>
          <a:xfrm>
            <a:off x="5579733" y="1622624"/>
            <a:ext cx="309214" cy="202178"/>
            <a:chOff x="1914150" y="1624850"/>
            <a:chExt cx="457350" cy="262500"/>
          </a:xfrm>
        </p:grpSpPr>
        <p:sp>
          <p:nvSpPr>
            <p:cNvPr id="837" name="Google Shape;837;p68"/>
            <p:cNvSpPr/>
            <p:nvPr/>
          </p:nvSpPr>
          <p:spPr>
            <a:xfrm>
              <a:off x="1951200" y="1624850"/>
              <a:ext cx="420300" cy="2625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38" name="Google Shape;838;p68"/>
            <p:cNvSpPr/>
            <p:nvPr/>
          </p:nvSpPr>
          <p:spPr>
            <a:xfrm>
              <a:off x="1914150" y="1765550"/>
              <a:ext cx="36900" cy="1218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</p:grpSp>
      <p:cxnSp>
        <p:nvCxnSpPr>
          <p:cNvPr id="839" name="Google Shape;839;p68"/>
          <p:cNvCxnSpPr/>
          <p:nvPr/>
        </p:nvCxnSpPr>
        <p:spPr>
          <a:xfrm rot="10800000">
            <a:off x="5889166" y="1538634"/>
            <a:ext cx="187200" cy="300"/>
          </a:xfrm>
          <a:prstGeom prst="straightConnector1">
            <a:avLst/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68"/>
          <p:cNvCxnSpPr/>
          <p:nvPr/>
        </p:nvCxnSpPr>
        <p:spPr>
          <a:xfrm>
            <a:off x="5889160" y="1509720"/>
            <a:ext cx="190500" cy="0"/>
          </a:xfrm>
          <a:prstGeom prst="straightConnector1">
            <a:avLst/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68"/>
          <p:cNvCxnSpPr/>
          <p:nvPr/>
        </p:nvCxnSpPr>
        <p:spPr>
          <a:xfrm rot="10800000">
            <a:off x="5889001" y="1807640"/>
            <a:ext cx="2329500" cy="0"/>
          </a:xfrm>
          <a:prstGeom prst="straightConnector1">
            <a:avLst/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68"/>
          <p:cNvCxnSpPr/>
          <p:nvPr/>
        </p:nvCxnSpPr>
        <p:spPr>
          <a:xfrm>
            <a:off x="5889135" y="1782436"/>
            <a:ext cx="2334000" cy="0"/>
          </a:xfrm>
          <a:prstGeom prst="straightConnector1">
            <a:avLst/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68"/>
          <p:cNvSpPr/>
          <p:nvPr/>
        </p:nvSpPr>
        <p:spPr>
          <a:xfrm rot="-5400000">
            <a:off x="4367699" y="1578568"/>
            <a:ext cx="271510" cy="119225"/>
          </a:xfrm>
          <a:prstGeom prst="flowChartPredefinedProcess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844" name="Google Shape;844;p68"/>
          <p:cNvCxnSpPr/>
          <p:nvPr/>
        </p:nvCxnSpPr>
        <p:spPr>
          <a:xfrm>
            <a:off x="4565805" y="1649204"/>
            <a:ext cx="118500" cy="1062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68"/>
          <p:cNvCxnSpPr/>
          <p:nvPr/>
        </p:nvCxnSpPr>
        <p:spPr>
          <a:xfrm flipH="1" rot="10800000">
            <a:off x="4565805" y="1519801"/>
            <a:ext cx="119100" cy="108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68"/>
          <p:cNvCxnSpPr/>
          <p:nvPr/>
        </p:nvCxnSpPr>
        <p:spPr>
          <a:xfrm>
            <a:off x="4757973" y="1482294"/>
            <a:ext cx="819600" cy="2691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68"/>
          <p:cNvCxnSpPr/>
          <p:nvPr/>
        </p:nvCxnSpPr>
        <p:spPr>
          <a:xfrm>
            <a:off x="4757381" y="1469220"/>
            <a:ext cx="820500" cy="19200"/>
          </a:xfrm>
          <a:prstGeom prst="bentConnector3">
            <a:avLst>
              <a:gd fmla="val 52013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68"/>
          <p:cNvCxnSpPr>
            <a:endCxn id="835" idx="1"/>
          </p:cNvCxnSpPr>
          <p:nvPr/>
        </p:nvCxnSpPr>
        <p:spPr>
          <a:xfrm flipH="1" rot="10800000">
            <a:off x="4757433" y="1510925"/>
            <a:ext cx="822300" cy="1743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68"/>
          <p:cNvCxnSpPr/>
          <p:nvPr/>
        </p:nvCxnSpPr>
        <p:spPr>
          <a:xfrm>
            <a:off x="4758582" y="1700430"/>
            <a:ext cx="818400" cy="103500"/>
          </a:xfrm>
          <a:prstGeom prst="bentConnector3">
            <a:avLst>
              <a:gd fmla="val 48569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68"/>
          <p:cNvCxnSpPr/>
          <p:nvPr/>
        </p:nvCxnSpPr>
        <p:spPr>
          <a:xfrm flipH="1" rot="10800000">
            <a:off x="6044992" y="1161749"/>
            <a:ext cx="757500" cy="378300"/>
          </a:xfrm>
          <a:prstGeom prst="curvedConnector3">
            <a:avLst>
              <a:gd fmla="val 56046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68"/>
          <p:cNvCxnSpPr/>
          <p:nvPr/>
        </p:nvCxnSpPr>
        <p:spPr>
          <a:xfrm>
            <a:off x="6065463" y="1539981"/>
            <a:ext cx="742800" cy="1428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68"/>
          <p:cNvCxnSpPr/>
          <p:nvPr/>
        </p:nvCxnSpPr>
        <p:spPr>
          <a:xfrm flipH="1" rot="10800000">
            <a:off x="6076789" y="1108915"/>
            <a:ext cx="731700" cy="402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68"/>
          <p:cNvCxnSpPr/>
          <p:nvPr/>
        </p:nvCxnSpPr>
        <p:spPr>
          <a:xfrm>
            <a:off x="6003644" y="1510040"/>
            <a:ext cx="809100" cy="1320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68"/>
          <p:cNvSpPr/>
          <p:nvPr/>
        </p:nvSpPr>
        <p:spPr>
          <a:xfrm>
            <a:off x="8221189" y="977533"/>
            <a:ext cx="433800" cy="201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55" name="Google Shape;855;p68"/>
          <p:cNvSpPr/>
          <p:nvPr/>
        </p:nvSpPr>
        <p:spPr>
          <a:xfrm>
            <a:off x="8221189" y="1234756"/>
            <a:ext cx="433800" cy="201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56" name="Google Shape;856;p68"/>
          <p:cNvSpPr/>
          <p:nvPr/>
        </p:nvSpPr>
        <p:spPr>
          <a:xfrm>
            <a:off x="8221189" y="1745843"/>
            <a:ext cx="433800" cy="201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57" name="Google Shape;857;p68"/>
          <p:cNvSpPr/>
          <p:nvPr/>
        </p:nvSpPr>
        <p:spPr>
          <a:xfrm>
            <a:off x="8221189" y="2283212"/>
            <a:ext cx="433800" cy="201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58" name="Google Shape;858;p68"/>
          <p:cNvSpPr/>
          <p:nvPr/>
        </p:nvSpPr>
        <p:spPr>
          <a:xfrm>
            <a:off x="8221189" y="2003066"/>
            <a:ext cx="433800" cy="201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59" name="Google Shape;859;p68"/>
          <p:cNvSpPr/>
          <p:nvPr/>
        </p:nvSpPr>
        <p:spPr>
          <a:xfrm>
            <a:off x="8221189" y="1491979"/>
            <a:ext cx="433800" cy="201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860" name="Google Shape;860;p68"/>
          <p:cNvCxnSpPr/>
          <p:nvPr/>
        </p:nvCxnSpPr>
        <p:spPr>
          <a:xfrm flipH="1" rot="10800000">
            <a:off x="7472552" y="1010991"/>
            <a:ext cx="745200" cy="7695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68"/>
          <p:cNvCxnSpPr/>
          <p:nvPr/>
        </p:nvCxnSpPr>
        <p:spPr>
          <a:xfrm flipH="1" rot="10800000">
            <a:off x="7716733" y="1267402"/>
            <a:ext cx="505500" cy="5154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68"/>
          <p:cNvCxnSpPr/>
          <p:nvPr/>
        </p:nvCxnSpPr>
        <p:spPr>
          <a:xfrm flipH="1" rot="10800000">
            <a:off x="7979171" y="1532171"/>
            <a:ext cx="239100" cy="2478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68"/>
          <p:cNvCxnSpPr/>
          <p:nvPr/>
        </p:nvCxnSpPr>
        <p:spPr>
          <a:xfrm>
            <a:off x="7591980" y="1783534"/>
            <a:ext cx="623100" cy="5421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68"/>
          <p:cNvCxnSpPr/>
          <p:nvPr/>
        </p:nvCxnSpPr>
        <p:spPr>
          <a:xfrm>
            <a:off x="7868601" y="1781493"/>
            <a:ext cx="351300" cy="279900"/>
          </a:xfrm>
          <a:prstGeom prst="curvedConnector3">
            <a:avLst>
              <a:gd fmla="val 38692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68"/>
          <p:cNvCxnSpPr/>
          <p:nvPr/>
        </p:nvCxnSpPr>
        <p:spPr>
          <a:xfrm>
            <a:off x="7478350" y="1811280"/>
            <a:ext cx="742800" cy="5946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68"/>
          <p:cNvCxnSpPr/>
          <p:nvPr/>
        </p:nvCxnSpPr>
        <p:spPr>
          <a:xfrm>
            <a:off x="7733823" y="1808892"/>
            <a:ext cx="487800" cy="3225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68"/>
          <p:cNvCxnSpPr/>
          <p:nvPr/>
        </p:nvCxnSpPr>
        <p:spPr>
          <a:xfrm flipH="1" rot="10800000">
            <a:off x="8030256" y="1618739"/>
            <a:ext cx="186900" cy="1905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68"/>
          <p:cNvCxnSpPr/>
          <p:nvPr/>
        </p:nvCxnSpPr>
        <p:spPr>
          <a:xfrm flipH="1" rot="10800000">
            <a:off x="7492296" y="1038673"/>
            <a:ext cx="723600" cy="767100"/>
          </a:xfrm>
          <a:prstGeom prst="curvedConnector3">
            <a:avLst>
              <a:gd fmla="val 52107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68"/>
          <p:cNvCxnSpPr/>
          <p:nvPr/>
        </p:nvCxnSpPr>
        <p:spPr>
          <a:xfrm flipH="1" rot="10800000">
            <a:off x="7755883" y="1311570"/>
            <a:ext cx="467100" cy="491700"/>
          </a:xfrm>
          <a:prstGeom prst="curvedConnector3">
            <a:avLst>
              <a:gd fmla="val 55387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68"/>
          <p:cNvSpPr txBox="1"/>
          <p:nvPr/>
        </p:nvSpPr>
        <p:spPr>
          <a:xfrm>
            <a:off x="7404594" y="4188839"/>
            <a:ext cx="12957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825" lIns="61825" spcFirstLastPara="1" rIns="61825" wrap="square" tIns="61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9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PARTS NOT TO SCALE</a:t>
            </a:r>
            <a:endParaRPr b="1" sz="609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1" name="Google Shape;871;p68"/>
          <p:cNvGrpSpPr/>
          <p:nvPr/>
        </p:nvGrpSpPr>
        <p:grpSpPr>
          <a:xfrm rot="5400000">
            <a:off x="5135518" y="2867333"/>
            <a:ext cx="327412" cy="681644"/>
            <a:chOff x="1798375" y="2150700"/>
            <a:chExt cx="425100" cy="1008200"/>
          </a:xfrm>
        </p:grpSpPr>
        <p:sp>
          <p:nvSpPr>
            <p:cNvPr id="872" name="Google Shape;872;p68"/>
            <p:cNvSpPr/>
            <p:nvPr/>
          </p:nvSpPr>
          <p:spPr>
            <a:xfrm>
              <a:off x="1798375" y="2150700"/>
              <a:ext cx="425100" cy="9624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73" name="Google Shape;873;p68"/>
            <p:cNvSpPr/>
            <p:nvPr/>
          </p:nvSpPr>
          <p:spPr>
            <a:xfrm>
              <a:off x="1872625" y="2214650"/>
              <a:ext cx="276600" cy="2613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74" name="Google Shape;874;p68"/>
            <p:cNvSpPr/>
            <p:nvPr/>
          </p:nvSpPr>
          <p:spPr>
            <a:xfrm>
              <a:off x="2082425" y="2199500"/>
              <a:ext cx="86700" cy="82800"/>
            </a:xfrm>
            <a:prstGeom prst="ellipse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75" name="Google Shape;875;p68"/>
            <p:cNvSpPr/>
            <p:nvPr/>
          </p:nvSpPr>
          <p:spPr>
            <a:xfrm>
              <a:off x="1847150" y="3005900"/>
              <a:ext cx="140400" cy="1530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76" name="Google Shape;876;p68"/>
            <p:cNvSpPr/>
            <p:nvPr/>
          </p:nvSpPr>
          <p:spPr>
            <a:xfrm>
              <a:off x="2034125" y="3005900"/>
              <a:ext cx="140400" cy="1530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</p:grpSp>
      <p:sp>
        <p:nvSpPr>
          <p:cNvPr id="877" name="Google Shape;877;p68"/>
          <p:cNvSpPr/>
          <p:nvPr/>
        </p:nvSpPr>
        <p:spPr>
          <a:xfrm>
            <a:off x="5675263" y="2127807"/>
            <a:ext cx="118500" cy="639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78" name="Google Shape;878;p68"/>
          <p:cNvSpPr/>
          <p:nvPr/>
        </p:nvSpPr>
        <p:spPr>
          <a:xfrm>
            <a:off x="6033767" y="2475816"/>
            <a:ext cx="467100" cy="903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879" name="Google Shape;879;p68"/>
          <p:cNvCxnSpPr/>
          <p:nvPr/>
        </p:nvCxnSpPr>
        <p:spPr>
          <a:xfrm>
            <a:off x="4758379" y="1564146"/>
            <a:ext cx="915300" cy="575100"/>
          </a:xfrm>
          <a:prstGeom prst="bentConnector3">
            <a:avLst>
              <a:gd fmla="val 39795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68"/>
          <p:cNvCxnSpPr/>
          <p:nvPr/>
        </p:nvCxnSpPr>
        <p:spPr>
          <a:xfrm>
            <a:off x="4760306" y="1793219"/>
            <a:ext cx="912600" cy="387300"/>
          </a:xfrm>
          <a:prstGeom prst="bentConnector3">
            <a:avLst>
              <a:gd fmla="val 3685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68"/>
          <p:cNvCxnSpPr/>
          <p:nvPr/>
        </p:nvCxnSpPr>
        <p:spPr>
          <a:xfrm>
            <a:off x="5797142" y="2133738"/>
            <a:ext cx="536400" cy="339900"/>
          </a:xfrm>
          <a:prstGeom prst="bentConnector3">
            <a:avLst>
              <a:gd fmla="val 99798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68"/>
          <p:cNvCxnSpPr>
            <a:endCxn id="878" idx="0"/>
          </p:cNvCxnSpPr>
          <p:nvPr/>
        </p:nvCxnSpPr>
        <p:spPr>
          <a:xfrm>
            <a:off x="5795717" y="2179116"/>
            <a:ext cx="471600" cy="296700"/>
          </a:xfrm>
          <a:prstGeom prst="bentConnector2">
            <a:avLst/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68"/>
          <p:cNvGrpSpPr/>
          <p:nvPr/>
        </p:nvGrpSpPr>
        <p:grpSpPr>
          <a:xfrm>
            <a:off x="4565699" y="2517205"/>
            <a:ext cx="562414" cy="202177"/>
            <a:chOff x="1572975" y="2349225"/>
            <a:chExt cx="831850" cy="262500"/>
          </a:xfrm>
        </p:grpSpPr>
        <p:sp>
          <p:nvSpPr>
            <p:cNvPr id="884" name="Google Shape;884;p68"/>
            <p:cNvSpPr/>
            <p:nvPr/>
          </p:nvSpPr>
          <p:spPr>
            <a:xfrm>
              <a:off x="1668825" y="2349225"/>
              <a:ext cx="641400" cy="2625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85" name="Google Shape;885;p68"/>
            <p:cNvSpPr/>
            <p:nvPr/>
          </p:nvSpPr>
          <p:spPr>
            <a:xfrm>
              <a:off x="2299525" y="2425875"/>
              <a:ext cx="105300" cy="109200"/>
            </a:xfrm>
            <a:prstGeom prst="moon">
              <a:avLst>
                <a:gd fmla="val 50000" name="adj"/>
              </a:avLst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886" name="Google Shape;886;p68"/>
            <p:cNvSpPr/>
            <p:nvPr/>
          </p:nvSpPr>
          <p:spPr>
            <a:xfrm rot="10800000">
              <a:off x="1572975" y="2437000"/>
              <a:ext cx="105300" cy="109200"/>
            </a:xfrm>
            <a:prstGeom prst="moon">
              <a:avLst>
                <a:gd fmla="val 50000" name="adj"/>
              </a:avLst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</p:grpSp>
      <p:cxnSp>
        <p:nvCxnSpPr>
          <p:cNvPr id="887" name="Google Shape;887;p68"/>
          <p:cNvCxnSpPr/>
          <p:nvPr/>
        </p:nvCxnSpPr>
        <p:spPr>
          <a:xfrm flipH="1" rot="-5400000">
            <a:off x="4431935" y="2138983"/>
            <a:ext cx="698700" cy="42600"/>
          </a:xfrm>
          <a:prstGeom prst="bentConnector3">
            <a:avLst>
              <a:gd fmla="val 526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68"/>
          <p:cNvCxnSpPr/>
          <p:nvPr/>
        </p:nvCxnSpPr>
        <p:spPr>
          <a:xfrm flipH="1" rot="-5400000">
            <a:off x="4366386" y="1981509"/>
            <a:ext cx="918300" cy="135600"/>
          </a:xfrm>
          <a:prstGeom prst="bentConnector3">
            <a:avLst>
              <a:gd fmla="val -132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68"/>
          <p:cNvCxnSpPr>
            <a:stCxn id="884" idx="2"/>
            <a:endCxn id="875" idx="1"/>
          </p:cNvCxnSpPr>
          <p:nvPr/>
        </p:nvCxnSpPr>
        <p:spPr>
          <a:xfrm flipH="1" rot="-5400000">
            <a:off x="4694478" y="2872233"/>
            <a:ext cx="416700" cy="111000"/>
          </a:xfrm>
          <a:prstGeom prst="bentConnector2">
            <a:avLst/>
          </a:prstGeom>
          <a:noFill/>
          <a:ln cap="flat" cmpd="sng" w="64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68"/>
          <p:cNvCxnSpPr>
            <a:stCxn id="874" idx="0"/>
          </p:cNvCxnSpPr>
          <p:nvPr/>
        </p:nvCxnSpPr>
        <p:spPr>
          <a:xfrm>
            <a:off x="5607052" y="3296613"/>
            <a:ext cx="262500" cy="0"/>
          </a:xfrm>
          <a:prstGeom prst="straightConnector1">
            <a:avLst/>
          </a:prstGeom>
          <a:noFill/>
          <a:ln cap="flat" cmpd="sng" w="64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68"/>
          <p:cNvCxnSpPr/>
          <p:nvPr/>
        </p:nvCxnSpPr>
        <p:spPr>
          <a:xfrm>
            <a:off x="5868174" y="3298030"/>
            <a:ext cx="0" cy="471600"/>
          </a:xfrm>
          <a:prstGeom prst="straightConnector1">
            <a:avLst/>
          </a:prstGeom>
          <a:noFill/>
          <a:ln cap="flat" cmpd="sng" w="64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68"/>
          <p:cNvCxnSpPr/>
          <p:nvPr/>
        </p:nvCxnSpPr>
        <p:spPr>
          <a:xfrm>
            <a:off x="5869019" y="3769481"/>
            <a:ext cx="120300" cy="0"/>
          </a:xfrm>
          <a:prstGeom prst="straightConnector1">
            <a:avLst/>
          </a:prstGeom>
          <a:noFill/>
          <a:ln cap="flat" cmpd="sng" w="64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68"/>
          <p:cNvSpPr/>
          <p:nvPr/>
        </p:nvSpPr>
        <p:spPr>
          <a:xfrm>
            <a:off x="5986216" y="3736113"/>
            <a:ext cx="62400" cy="639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94" name="Google Shape;894;p68"/>
          <p:cNvSpPr/>
          <p:nvPr/>
        </p:nvSpPr>
        <p:spPr>
          <a:xfrm>
            <a:off x="6053258" y="3745644"/>
            <a:ext cx="190500" cy="453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95" name="Google Shape;895;p68"/>
          <p:cNvSpPr/>
          <p:nvPr/>
        </p:nvSpPr>
        <p:spPr>
          <a:xfrm rot="5400000">
            <a:off x="6390468" y="3605650"/>
            <a:ext cx="411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896" name="Google Shape;896;p68"/>
          <p:cNvCxnSpPr>
            <a:stCxn id="872" idx="1"/>
            <a:endCxn id="878" idx="1"/>
          </p:cNvCxnSpPr>
          <p:nvPr/>
        </p:nvCxnSpPr>
        <p:spPr>
          <a:xfrm rot="-5400000">
            <a:off x="5615907" y="2626549"/>
            <a:ext cx="116700" cy="719100"/>
          </a:xfrm>
          <a:prstGeom prst="bentConnector2">
            <a:avLst/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68"/>
          <p:cNvSpPr/>
          <p:nvPr/>
        </p:nvSpPr>
        <p:spPr>
          <a:xfrm>
            <a:off x="8392394" y="2728785"/>
            <a:ext cx="262500" cy="1167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98" name="Google Shape;898;p68"/>
          <p:cNvSpPr/>
          <p:nvPr/>
        </p:nvSpPr>
        <p:spPr>
          <a:xfrm>
            <a:off x="8392394" y="2927743"/>
            <a:ext cx="262500" cy="1167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899" name="Google Shape;899;p68"/>
          <p:cNvSpPr/>
          <p:nvPr/>
        </p:nvSpPr>
        <p:spPr>
          <a:xfrm>
            <a:off x="8392394" y="3126702"/>
            <a:ext cx="262500" cy="1167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00" name="Google Shape;900;p68"/>
          <p:cNvSpPr/>
          <p:nvPr/>
        </p:nvSpPr>
        <p:spPr>
          <a:xfrm>
            <a:off x="8392394" y="3325660"/>
            <a:ext cx="262500" cy="1167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01" name="Google Shape;901;p68"/>
          <p:cNvSpPr/>
          <p:nvPr/>
        </p:nvSpPr>
        <p:spPr>
          <a:xfrm>
            <a:off x="8392394" y="3524619"/>
            <a:ext cx="262500" cy="1167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902" name="Google Shape;902;p68"/>
          <p:cNvCxnSpPr/>
          <p:nvPr/>
        </p:nvCxnSpPr>
        <p:spPr>
          <a:xfrm>
            <a:off x="6308613" y="3381672"/>
            <a:ext cx="780300" cy="158400"/>
          </a:xfrm>
          <a:prstGeom prst="bentConnector3">
            <a:avLst>
              <a:gd fmla="val 396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68"/>
          <p:cNvCxnSpPr/>
          <p:nvPr/>
        </p:nvCxnSpPr>
        <p:spPr>
          <a:xfrm>
            <a:off x="6231648" y="3381769"/>
            <a:ext cx="1153500" cy="273300"/>
          </a:xfrm>
          <a:prstGeom prst="bentConnector3">
            <a:avLst>
              <a:gd fmla="val 144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68"/>
          <p:cNvCxnSpPr>
            <a:endCxn id="897" idx="1"/>
          </p:cNvCxnSpPr>
          <p:nvPr/>
        </p:nvCxnSpPr>
        <p:spPr>
          <a:xfrm flipH="1" rot="10800000">
            <a:off x="7068194" y="2787135"/>
            <a:ext cx="1324200" cy="753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68"/>
          <p:cNvCxnSpPr>
            <a:endCxn id="898" idx="1"/>
          </p:cNvCxnSpPr>
          <p:nvPr/>
        </p:nvCxnSpPr>
        <p:spPr>
          <a:xfrm flipH="1" rot="10800000">
            <a:off x="7062194" y="2986093"/>
            <a:ext cx="1330200" cy="552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68"/>
          <p:cNvCxnSpPr>
            <a:endCxn id="899" idx="1"/>
          </p:cNvCxnSpPr>
          <p:nvPr/>
        </p:nvCxnSpPr>
        <p:spPr>
          <a:xfrm flipH="1" rot="10800000">
            <a:off x="7060994" y="3185052"/>
            <a:ext cx="1331400" cy="3549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68"/>
          <p:cNvCxnSpPr>
            <a:endCxn id="900" idx="1"/>
          </p:cNvCxnSpPr>
          <p:nvPr/>
        </p:nvCxnSpPr>
        <p:spPr>
          <a:xfrm flipH="1" rot="10800000">
            <a:off x="7063694" y="3384010"/>
            <a:ext cx="1328700" cy="1557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68"/>
          <p:cNvCxnSpPr>
            <a:endCxn id="901" idx="1"/>
          </p:cNvCxnSpPr>
          <p:nvPr/>
        </p:nvCxnSpPr>
        <p:spPr>
          <a:xfrm>
            <a:off x="7065494" y="3539769"/>
            <a:ext cx="1326900" cy="432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68"/>
          <p:cNvSpPr/>
          <p:nvPr/>
        </p:nvSpPr>
        <p:spPr>
          <a:xfrm>
            <a:off x="8356591" y="3767844"/>
            <a:ext cx="334200" cy="1905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10" name="Google Shape;910;p68"/>
          <p:cNvSpPr/>
          <p:nvPr/>
        </p:nvSpPr>
        <p:spPr>
          <a:xfrm>
            <a:off x="8419272" y="3842475"/>
            <a:ext cx="208800" cy="411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911" name="Google Shape;911;p68"/>
          <p:cNvCxnSpPr>
            <a:endCxn id="909" idx="1"/>
          </p:cNvCxnSpPr>
          <p:nvPr/>
        </p:nvCxnSpPr>
        <p:spPr>
          <a:xfrm>
            <a:off x="7071991" y="3541794"/>
            <a:ext cx="1284600" cy="321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68"/>
          <p:cNvCxnSpPr/>
          <p:nvPr/>
        </p:nvCxnSpPr>
        <p:spPr>
          <a:xfrm flipH="1" rot="10800000">
            <a:off x="7379308" y="2817895"/>
            <a:ext cx="1016700" cy="8391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68"/>
          <p:cNvCxnSpPr/>
          <p:nvPr/>
        </p:nvCxnSpPr>
        <p:spPr>
          <a:xfrm flipH="1" rot="10800000">
            <a:off x="7383568" y="3014998"/>
            <a:ext cx="1005900" cy="6414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68"/>
          <p:cNvCxnSpPr/>
          <p:nvPr/>
        </p:nvCxnSpPr>
        <p:spPr>
          <a:xfrm flipH="1" rot="10800000">
            <a:off x="7381438" y="3218724"/>
            <a:ext cx="1010100" cy="4401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68"/>
          <p:cNvCxnSpPr/>
          <p:nvPr/>
        </p:nvCxnSpPr>
        <p:spPr>
          <a:xfrm flipH="1" rot="10800000">
            <a:off x="7383568" y="3413750"/>
            <a:ext cx="1005000" cy="2475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68"/>
          <p:cNvCxnSpPr/>
          <p:nvPr/>
        </p:nvCxnSpPr>
        <p:spPr>
          <a:xfrm flipH="1" rot="10800000">
            <a:off x="7384633" y="3616537"/>
            <a:ext cx="1008000" cy="435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68"/>
          <p:cNvCxnSpPr/>
          <p:nvPr/>
        </p:nvCxnSpPr>
        <p:spPr>
          <a:xfrm>
            <a:off x="7382503" y="3660037"/>
            <a:ext cx="973200" cy="252000"/>
          </a:xfrm>
          <a:prstGeom prst="curvedConnector3">
            <a:avLst>
              <a:gd fmla="val 44964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68"/>
          <p:cNvCxnSpPr>
            <a:stCxn id="919" idx="1"/>
          </p:cNvCxnSpPr>
          <p:nvPr/>
        </p:nvCxnSpPr>
        <p:spPr>
          <a:xfrm flipH="1">
            <a:off x="6750424" y="1572663"/>
            <a:ext cx="57300" cy="995100"/>
          </a:xfrm>
          <a:prstGeom prst="bentConnector2">
            <a:avLst/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68"/>
          <p:cNvCxnSpPr/>
          <p:nvPr/>
        </p:nvCxnSpPr>
        <p:spPr>
          <a:xfrm rot="10800000">
            <a:off x="6515333" y="2557078"/>
            <a:ext cx="242700" cy="3600"/>
          </a:xfrm>
          <a:prstGeom prst="straightConnector1">
            <a:avLst/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68"/>
          <p:cNvCxnSpPr>
            <a:endCxn id="855" idx="1"/>
          </p:cNvCxnSpPr>
          <p:nvPr/>
        </p:nvCxnSpPr>
        <p:spPr>
          <a:xfrm flipH="1" rot="10800000">
            <a:off x="6504889" y="1335406"/>
            <a:ext cx="1716300" cy="14172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68"/>
          <p:cNvCxnSpPr>
            <a:endCxn id="859" idx="1"/>
          </p:cNvCxnSpPr>
          <p:nvPr/>
        </p:nvCxnSpPr>
        <p:spPr>
          <a:xfrm flipH="1" rot="10800000">
            <a:off x="6500389" y="1592629"/>
            <a:ext cx="1720800" cy="11922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68"/>
          <p:cNvCxnSpPr/>
          <p:nvPr/>
        </p:nvCxnSpPr>
        <p:spPr>
          <a:xfrm flipH="1" rot="10800000">
            <a:off x="6501515" y="1816995"/>
            <a:ext cx="1722600" cy="1000200"/>
          </a:xfrm>
          <a:prstGeom prst="bentConnector3">
            <a:avLst>
              <a:gd fmla="val 40643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68"/>
          <p:cNvCxnSpPr/>
          <p:nvPr/>
        </p:nvCxnSpPr>
        <p:spPr>
          <a:xfrm>
            <a:off x="6501515" y="2532946"/>
            <a:ext cx="218400" cy="0"/>
          </a:xfrm>
          <a:prstGeom prst="straightConnector1">
            <a:avLst/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68"/>
          <p:cNvCxnSpPr/>
          <p:nvPr/>
        </p:nvCxnSpPr>
        <p:spPr>
          <a:xfrm flipH="1" rot="10800000">
            <a:off x="6719893" y="1231422"/>
            <a:ext cx="5100" cy="1305000"/>
          </a:xfrm>
          <a:prstGeom prst="straightConnector1">
            <a:avLst/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68"/>
          <p:cNvCxnSpPr/>
          <p:nvPr/>
        </p:nvCxnSpPr>
        <p:spPr>
          <a:xfrm>
            <a:off x="6726721" y="1237240"/>
            <a:ext cx="83100" cy="0"/>
          </a:xfrm>
          <a:prstGeom prst="straightConnector1">
            <a:avLst/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68"/>
          <p:cNvCxnSpPr>
            <a:endCxn id="858" idx="1"/>
          </p:cNvCxnSpPr>
          <p:nvPr/>
        </p:nvCxnSpPr>
        <p:spPr>
          <a:xfrm flipH="1" rot="10800000">
            <a:off x="6502789" y="2103716"/>
            <a:ext cx="1718400" cy="7668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68"/>
          <p:cNvCxnSpPr>
            <a:stCxn id="878" idx="3"/>
            <a:endCxn id="857" idx="1"/>
          </p:cNvCxnSpPr>
          <p:nvPr/>
        </p:nvCxnSpPr>
        <p:spPr>
          <a:xfrm flipH="1" rot="10800000">
            <a:off x="6500867" y="2383866"/>
            <a:ext cx="1720200" cy="543900"/>
          </a:xfrm>
          <a:prstGeom prst="bentConnector3">
            <a:avLst>
              <a:gd fmla="val 50004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68"/>
          <p:cNvCxnSpPr>
            <a:endCxn id="897" idx="1"/>
          </p:cNvCxnSpPr>
          <p:nvPr/>
        </p:nvCxnSpPr>
        <p:spPr>
          <a:xfrm flipH="1" rot="10800000">
            <a:off x="6505094" y="2787135"/>
            <a:ext cx="1887300" cy="3165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68"/>
          <p:cNvCxnSpPr>
            <a:endCxn id="898" idx="1"/>
          </p:cNvCxnSpPr>
          <p:nvPr/>
        </p:nvCxnSpPr>
        <p:spPr>
          <a:xfrm flipH="1" rot="10800000">
            <a:off x="6502994" y="2986093"/>
            <a:ext cx="1889400" cy="1476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68"/>
          <p:cNvCxnSpPr>
            <a:endCxn id="899" idx="1"/>
          </p:cNvCxnSpPr>
          <p:nvPr/>
        </p:nvCxnSpPr>
        <p:spPr>
          <a:xfrm>
            <a:off x="6501794" y="3164652"/>
            <a:ext cx="1890600" cy="204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68"/>
          <p:cNvCxnSpPr>
            <a:endCxn id="900" idx="1"/>
          </p:cNvCxnSpPr>
          <p:nvPr/>
        </p:nvCxnSpPr>
        <p:spPr>
          <a:xfrm>
            <a:off x="6499094" y="3192310"/>
            <a:ext cx="1893300" cy="1917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68"/>
          <p:cNvCxnSpPr>
            <a:endCxn id="901" idx="1"/>
          </p:cNvCxnSpPr>
          <p:nvPr/>
        </p:nvCxnSpPr>
        <p:spPr>
          <a:xfrm>
            <a:off x="6503594" y="3221469"/>
            <a:ext cx="1888800" cy="3615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68"/>
          <p:cNvCxnSpPr>
            <a:endCxn id="909" idx="1"/>
          </p:cNvCxnSpPr>
          <p:nvPr/>
        </p:nvCxnSpPr>
        <p:spPr>
          <a:xfrm>
            <a:off x="6505891" y="3251094"/>
            <a:ext cx="1850700" cy="6120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68"/>
          <p:cNvSpPr/>
          <p:nvPr/>
        </p:nvSpPr>
        <p:spPr>
          <a:xfrm>
            <a:off x="4892666" y="4136976"/>
            <a:ext cx="155100" cy="1764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36" name="Google Shape;936;p68"/>
          <p:cNvSpPr/>
          <p:nvPr/>
        </p:nvSpPr>
        <p:spPr>
          <a:xfrm>
            <a:off x="5157386" y="4136976"/>
            <a:ext cx="155100" cy="1764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37" name="Google Shape;937;p68"/>
          <p:cNvSpPr/>
          <p:nvPr/>
        </p:nvSpPr>
        <p:spPr>
          <a:xfrm>
            <a:off x="5422105" y="4136976"/>
            <a:ext cx="155100" cy="1764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38" name="Google Shape;938;p68"/>
          <p:cNvSpPr/>
          <p:nvPr/>
        </p:nvSpPr>
        <p:spPr>
          <a:xfrm>
            <a:off x="4414699" y="3563167"/>
            <a:ext cx="253800" cy="3615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39" name="Google Shape;939;p68"/>
          <p:cNvSpPr/>
          <p:nvPr/>
        </p:nvSpPr>
        <p:spPr>
          <a:xfrm>
            <a:off x="3659994" y="3415888"/>
            <a:ext cx="374700" cy="698700"/>
          </a:xfrm>
          <a:prstGeom prst="rect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40" name="Google Shape;940;p68"/>
          <p:cNvSpPr/>
          <p:nvPr/>
        </p:nvSpPr>
        <p:spPr>
          <a:xfrm>
            <a:off x="3779574" y="3575894"/>
            <a:ext cx="135600" cy="3783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41" name="Google Shape;941;p68"/>
          <p:cNvSpPr/>
          <p:nvPr/>
        </p:nvSpPr>
        <p:spPr>
          <a:xfrm>
            <a:off x="8583564" y="3856320"/>
            <a:ext cx="13500" cy="129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42" name="Google Shape;942;p68"/>
          <p:cNvSpPr/>
          <p:nvPr/>
        </p:nvSpPr>
        <p:spPr>
          <a:xfrm>
            <a:off x="3976052" y="3454725"/>
            <a:ext cx="33900" cy="411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43" name="Google Shape;943;p68"/>
          <p:cNvSpPr/>
          <p:nvPr/>
        </p:nvSpPr>
        <p:spPr>
          <a:xfrm>
            <a:off x="3685655" y="3454725"/>
            <a:ext cx="33900" cy="411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44" name="Google Shape;944;p68"/>
          <p:cNvSpPr/>
          <p:nvPr/>
        </p:nvSpPr>
        <p:spPr>
          <a:xfrm>
            <a:off x="3981968" y="4048019"/>
            <a:ext cx="33900" cy="411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45" name="Google Shape;945;p68"/>
          <p:cNvSpPr/>
          <p:nvPr/>
        </p:nvSpPr>
        <p:spPr>
          <a:xfrm>
            <a:off x="3685655" y="4048019"/>
            <a:ext cx="33900" cy="41100"/>
          </a:xfrm>
          <a:prstGeom prst="ellipse">
            <a:avLst/>
          </a:prstGeom>
          <a:solidFill>
            <a:srgbClr val="EEEEEE"/>
          </a:solidFill>
          <a:ln cap="flat" cmpd="sng" w="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cxnSp>
        <p:nvCxnSpPr>
          <p:cNvPr id="946" name="Google Shape;946;p68"/>
          <p:cNvCxnSpPr>
            <a:stCxn id="872" idx="3"/>
          </p:cNvCxnSpPr>
          <p:nvPr/>
        </p:nvCxnSpPr>
        <p:spPr>
          <a:xfrm rot="5400000">
            <a:off x="4819707" y="3222461"/>
            <a:ext cx="345600" cy="644400"/>
          </a:xfrm>
          <a:prstGeom prst="curvedConnector2">
            <a:avLst/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68"/>
          <p:cNvCxnSpPr>
            <a:stCxn id="872" idx="3"/>
          </p:cNvCxnSpPr>
          <p:nvPr/>
        </p:nvCxnSpPr>
        <p:spPr>
          <a:xfrm rot="5400000">
            <a:off x="4744707" y="3564461"/>
            <a:ext cx="762600" cy="3774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68"/>
          <p:cNvCxnSpPr>
            <a:stCxn id="872" idx="3"/>
          </p:cNvCxnSpPr>
          <p:nvPr/>
        </p:nvCxnSpPr>
        <p:spPr>
          <a:xfrm rot="5400000">
            <a:off x="4871457" y="3688211"/>
            <a:ext cx="759600" cy="1269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68"/>
          <p:cNvCxnSpPr>
            <a:stCxn id="872" idx="3"/>
          </p:cNvCxnSpPr>
          <p:nvPr/>
        </p:nvCxnSpPr>
        <p:spPr>
          <a:xfrm flipH="1" rot="-5400000">
            <a:off x="5060307" y="3626261"/>
            <a:ext cx="756300" cy="2475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68"/>
          <p:cNvCxnSpPr/>
          <p:nvPr/>
        </p:nvCxnSpPr>
        <p:spPr>
          <a:xfrm flipH="1">
            <a:off x="4672928" y="3370505"/>
            <a:ext cx="584700" cy="407400"/>
          </a:xfrm>
          <a:prstGeom prst="curvedConnector3">
            <a:avLst>
              <a:gd fmla="val 8351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68"/>
          <p:cNvCxnSpPr/>
          <p:nvPr/>
        </p:nvCxnSpPr>
        <p:spPr>
          <a:xfrm rot="5400000">
            <a:off x="4745054" y="3624100"/>
            <a:ext cx="761100" cy="258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68"/>
          <p:cNvCxnSpPr/>
          <p:nvPr/>
        </p:nvCxnSpPr>
        <p:spPr>
          <a:xfrm flipH="1" rot="-5400000">
            <a:off x="4894350" y="3736225"/>
            <a:ext cx="761100" cy="384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68"/>
          <p:cNvCxnSpPr/>
          <p:nvPr/>
        </p:nvCxnSpPr>
        <p:spPr>
          <a:xfrm flipH="1" rot="-5400000">
            <a:off x="4977814" y="3649355"/>
            <a:ext cx="762900" cy="2052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68"/>
          <p:cNvCxnSpPr>
            <a:endCxn id="939" idx="3"/>
          </p:cNvCxnSpPr>
          <p:nvPr/>
        </p:nvCxnSpPr>
        <p:spPr>
          <a:xfrm flipH="1">
            <a:off x="4034694" y="3701938"/>
            <a:ext cx="381300" cy="633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68"/>
          <p:cNvCxnSpPr>
            <a:endCxn id="939" idx="3"/>
          </p:cNvCxnSpPr>
          <p:nvPr/>
        </p:nvCxnSpPr>
        <p:spPr>
          <a:xfrm rot="10800000">
            <a:off x="4034694" y="3765238"/>
            <a:ext cx="381900" cy="35400"/>
          </a:xfrm>
          <a:prstGeom prst="curvedConnector3">
            <a:avLst>
              <a:gd fmla="val 50000" name="adj1"/>
            </a:avLst>
          </a:prstGeom>
          <a:noFill/>
          <a:ln cap="flat" cmpd="sng" w="64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68"/>
          <p:cNvCxnSpPr>
            <a:endCxn id="935" idx="0"/>
          </p:cNvCxnSpPr>
          <p:nvPr/>
        </p:nvCxnSpPr>
        <p:spPr>
          <a:xfrm rot="5400000">
            <a:off x="4655216" y="3690276"/>
            <a:ext cx="761700" cy="1317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68"/>
          <p:cNvCxnSpPr>
            <a:endCxn id="936" idx="0"/>
          </p:cNvCxnSpPr>
          <p:nvPr/>
        </p:nvCxnSpPr>
        <p:spPr>
          <a:xfrm flipH="1" rot="-5400000">
            <a:off x="4798286" y="3700326"/>
            <a:ext cx="761700" cy="1116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68"/>
          <p:cNvCxnSpPr>
            <a:endCxn id="937" idx="0"/>
          </p:cNvCxnSpPr>
          <p:nvPr/>
        </p:nvCxnSpPr>
        <p:spPr>
          <a:xfrm flipH="1" rot="-5400000">
            <a:off x="4942555" y="3579876"/>
            <a:ext cx="760200" cy="3540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68"/>
          <p:cNvCxnSpPr>
            <a:endCxn id="938" idx="3"/>
          </p:cNvCxnSpPr>
          <p:nvPr/>
        </p:nvCxnSpPr>
        <p:spPr>
          <a:xfrm flipH="1">
            <a:off x="4668499" y="3377317"/>
            <a:ext cx="408300" cy="366600"/>
          </a:xfrm>
          <a:prstGeom prst="bentConnector3">
            <a:avLst>
              <a:gd fmla="val 50000" name="adj1"/>
            </a:avLst>
          </a:prstGeom>
          <a:noFill/>
          <a:ln cap="flat" cmpd="sng" w="642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68"/>
          <p:cNvSpPr/>
          <p:nvPr/>
        </p:nvSpPr>
        <p:spPr>
          <a:xfrm>
            <a:off x="3834851" y="1426937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2</a:t>
            </a:r>
            <a:endParaRPr sz="641"/>
          </a:p>
        </p:txBody>
      </p:sp>
      <p:sp>
        <p:nvSpPr>
          <p:cNvPr id="961" name="Google Shape;961;p68"/>
          <p:cNvSpPr/>
          <p:nvPr/>
        </p:nvSpPr>
        <p:spPr>
          <a:xfrm>
            <a:off x="4011864" y="1662171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3</a:t>
            </a:r>
            <a:endParaRPr sz="641"/>
          </a:p>
        </p:txBody>
      </p:sp>
      <p:sp>
        <p:nvSpPr>
          <p:cNvPr id="962" name="Google Shape;962;p68"/>
          <p:cNvSpPr/>
          <p:nvPr/>
        </p:nvSpPr>
        <p:spPr>
          <a:xfrm>
            <a:off x="4220842" y="1628110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4</a:t>
            </a:r>
            <a:endParaRPr sz="641"/>
          </a:p>
        </p:txBody>
      </p:sp>
      <p:sp>
        <p:nvSpPr>
          <p:cNvPr id="963" name="Google Shape;963;p68"/>
          <p:cNvSpPr/>
          <p:nvPr/>
        </p:nvSpPr>
        <p:spPr>
          <a:xfrm>
            <a:off x="4393324" y="1572656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5</a:t>
            </a:r>
            <a:endParaRPr sz="641"/>
          </a:p>
        </p:txBody>
      </p:sp>
      <p:sp>
        <p:nvSpPr>
          <p:cNvPr id="964" name="Google Shape;964;p68"/>
          <p:cNvSpPr/>
          <p:nvPr/>
        </p:nvSpPr>
        <p:spPr>
          <a:xfrm>
            <a:off x="4619849" y="1394666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6</a:t>
            </a:r>
            <a:endParaRPr sz="641"/>
          </a:p>
        </p:txBody>
      </p:sp>
      <p:sp>
        <p:nvSpPr>
          <p:cNvPr id="965" name="Google Shape;965;p68"/>
          <p:cNvSpPr/>
          <p:nvPr/>
        </p:nvSpPr>
        <p:spPr>
          <a:xfrm>
            <a:off x="4630093" y="1776602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6</a:t>
            </a:r>
            <a:endParaRPr sz="641"/>
          </a:p>
        </p:txBody>
      </p:sp>
      <p:sp>
        <p:nvSpPr>
          <p:cNvPr id="966" name="Google Shape;966;p68"/>
          <p:cNvSpPr/>
          <p:nvPr/>
        </p:nvSpPr>
        <p:spPr>
          <a:xfrm>
            <a:off x="5779782" y="1370347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7</a:t>
            </a:r>
            <a:endParaRPr sz="641"/>
          </a:p>
        </p:txBody>
      </p:sp>
      <p:sp>
        <p:nvSpPr>
          <p:cNvPr id="967" name="Google Shape;967;p68"/>
          <p:cNvSpPr/>
          <p:nvPr/>
        </p:nvSpPr>
        <p:spPr>
          <a:xfrm>
            <a:off x="5783255" y="1650484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7</a:t>
            </a:r>
            <a:endParaRPr sz="619"/>
          </a:p>
        </p:txBody>
      </p:sp>
      <p:sp>
        <p:nvSpPr>
          <p:cNvPr id="968" name="Google Shape;968;p68"/>
          <p:cNvSpPr/>
          <p:nvPr/>
        </p:nvSpPr>
        <p:spPr>
          <a:xfrm>
            <a:off x="6315128" y="2542791"/>
            <a:ext cx="163800" cy="160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12</a:t>
            </a:r>
            <a:endParaRPr sz="641"/>
          </a:p>
        </p:txBody>
      </p:sp>
      <p:sp>
        <p:nvSpPr>
          <p:cNvPr id="969" name="Google Shape;969;p68"/>
          <p:cNvSpPr/>
          <p:nvPr/>
        </p:nvSpPr>
        <p:spPr>
          <a:xfrm>
            <a:off x="5849277" y="2090661"/>
            <a:ext cx="157200" cy="1482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10</a:t>
            </a:r>
            <a:endParaRPr sz="641"/>
          </a:p>
        </p:txBody>
      </p:sp>
      <p:sp>
        <p:nvSpPr>
          <p:cNvPr id="970" name="Google Shape;970;p68"/>
          <p:cNvSpPr/>
          <p:nvPr/>
        </p:nvSpPr>
        <p:spPr>
          <a:xfrm>
            <a:off x="4880128" y="2457212"/>
            <a:ext cx="153300" cy="1482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11</a:t>
            </a:r>
            <a:endParaRPr sz="641"/>
          </a:p>
        </p:txBody>
      </p:sp>
      <p:grpSp>
        <p:nvGrpSpPr>
          <p:cNvPr id="971" name="Google Shape;971;p68"/>
          <p:cNvGrpSpPr/>
          <p:nvPr/>
        </p:nvGrpSpPr>
        <p:grpSpPr>
          <a:xfrm>
            <a:off x="6807724" y="1048600"/>
            <a:ext cx="703009" cy="268954"/>
            <a:chOff x="5734437" y="606105"/>
            <a:chExt cx="1039800" cy="349200"/>
          </a:xfrm>
        </p:grpSpPr>
        <p:sp>
          <p:nvSpPr>
            <p:cNvPr id="972" name="Google Shape;972;p68"/>
            <p:cNvSpPr/>
            <p:nvPr/>
          </p:nvSpPr>
          <p:spPr>
            <a:xfrm>
              <a:off x="5734437" y="606105"/>
              <a:ext cx="1039800" cy="3492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973" name="Google Shape;973;p68"/>
            <p:cNvSpPr/>
            <p:nvPr/>
          </p:nvSpPr>
          <p:spPr>
            <a:xfrm>
              <a:off x="5761712" y="648268"/>
              <a:ext cx="140400" cy="134700"/>
            </a:xfrm>
            <a:prstGeom prst="ellipse">
              <a:avLst/>
            </a:prstGeom>
            <a:solidFill>
              <a:srgbClr val="FFFFFF"/>
            </a:solidFill>
            <a:ln cap="flat" cmpd="sng" w="1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25" lIns="9925" spcFirstLastPara="1" rIns="9925" wrap="square" tIns="9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1"/>
                <a:t>8</a:t>
              </a:r>
              <a:endParaRPr sz="641"/>
            </a:p>
          </p:txBody>
        </p:sp>
      </p:grpSp>
      <p:grpSp>
        <p:nvGrpSpPr>
          <p:cNvPr id="974" name="Google Shape;974;p68"/>
          <p:cNvGrpSpPr/>
          <p:nvPr/>
        </p:nvGrpSpPr>
        <p:grpSpPr>
          <a:xfrm>
            <a:off x="6807724" y="1438186"/>
            <a:ext cx="703009" cy="268954"/>
            <a:chOff x="5734437" y="1111930"/>
            <a:chExt cx="1039800" cy="349200"/>
          </a:xfrm>
        </p:grpSpPr>
        <p:sp>
          <p:nvSpPr>
            <p:cNvPr id="919" name="Google Shape;919;p68"/>
            <p:cNvSpPr/>
            <p:nvPr/>
          </p:nvSpPr>
          <p:spPr>
            <a:xfrm>
              <a:off x="5734437" y="1111930"/>
              <a:ext cx="1039800" cy="349200"/>
            </a:xfrm>
            <a:prstGeom prst="rect">
              <a:avLst/>
            </a:prstGeom>
            <a:solidFill>
              <a:srgbClr val="EEEEEE"/>
            </a:solidFill>
            <a:ln cap="flat" cmpd="sng" w="6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825" lIns="61825" spcFirstLastPara="1" rIns="61825" wrap="square" tIns="61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7"/>
            </a:p>
          </p:txBody>
        </p:sp>
        <p:sp>
          <p:nvSpPr>
            <p:cNvPr id="975" name="Google Shape;975;p68"/>
            <p:cNvSpPr/>
            <p:nvPr/>
          </p:nvSpPr>
          <p:spPr>
            <a:xfrm>
              <a:off x="5795024" y="1145168"/>
              <a:ext cx="140400" cy="134700"/>
            </a:xfrm>
            <a:prstGeom prst="ellipse">
              <a:avLst/>
            </a:prstGeom>
            <a:solidFill>
              <a:srgbClr val="FFFFFF"/>
            </a:solidFill>
            <a:ln cap="flat" cmpd="sng" w="1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25" lIns="9925" spcFirstLastPara="1" rIns="9925" wrap="square" tIns="9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1"/>
                <a:t>8</a:t>
              </a:r>
              <a:endParaRPr sz="641"/>
            </a:p>
          </p:txBody>
        </p:sp>
      </p:grpSp>
      <p:sp>
        <p:nvSpPr>
          <p:cNvPr id="976" name="Google Shape;976;p68"/>
          <p:cNvSpPr/>
          <p:nvPr/>
        </p:nvSpPr>
        <p:spPr>
          <a:xfrm>
            <a:off x="8542884" y="1563895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9</a:t>
            </a:r>
            <a:endParaRPr sz="641"/>
          </a:p>
        </p:txBody>
      </p:sp>
      <p:sp>
        <p:nvSpPr>
          <p:cNvPr id="977" name="Google Shape;977;p68"/>
          <p:cNvSpPr/>
          <p:nvPr/>
        </p:nvSpPr>
        <p:spPr>
          <a:xfrm>
            <a:off x="8542259" y="1305998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9</a:t>
            </a:r>
            <a:endParaRPr sz="641"/>
          </a:p>
        </p:txBody>
      </p:sp>
      <p:sp>
        <p:nvSpPr>
          <p:cNvPr id="978" name="Google Shape;978;p68"/>
          <p:cNvSpPr/>
          <p:nvPr/>
        </p:nvSpPr>
        <p:spPr>
          <a:xfrm>
            <a:off x="8542884" y="1053223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9</a:t>
            </a:r>
            <a:endParaRPr sz="641"/>
          </a:p>
        </p:txBody>
      </p:sp>
      <p:sp>
        <p:nvSpPr>
          <p:cNvPr id="979" name="Google Shape;979;p68"/>
          <p:cNvSpPr/>
          <p:nvPr/>
        </p:nvSpPr>
        <p:spPr>
          <a:xfrm>
            <a:off x="8542259" y="2358093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9</a:t>
            </a:r>
            <a:endParaRPr sz="641"/>
          </a:p>
        </p:txBody>
      </p:sp>
      <p:sp>
        <p:nvSpPr>
          <p:cNvPr id="980" name="Google Shape;980;p68"/>
          <p:cNvSpPr/>
          <p:nvPr/>
        </p:nvSpPr>
        <p:spPr>
          <a:xfrm>
            <a:off x="8542259" y="2076956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9</a:t>
            </a:r>
            <a:endParaRPr sz="641"/>
          </a:p>
        </p:txBody>
      </p:sp>
      <p:sp>
        <p:nvSpPr>
          <p:cNvPr id="981" name="Google Shape;981;p68"/>
          <p:cNvSpPr/>
          <p:nvPr/>
        </p:nvSpPr>
        <p:spPr>
          <a:xfrm>
            <a:off x="8542259" y="1821783"/>
            <a:ext cx="95100" cy="1035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9</a:t>
            </a:r>
            <a:endParaRPr sz="641"/>
          </a:p>
        </p:txBody>
      </p:sp>
      <p:sp>
        <p:nvSpPr>
          <p:cNvPr id="982" name="Google Shape;982;p68"/>
          <p:cNvSpPr/>
          <p:nvPr/>
        </p:nvSpPr>
        <p:spPr>
          <a:xfrm>
            <a:off x="5976544" y="3769475"/>
            <a:ext cx="163800" cy="160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14</a:t>
            </a:r>
            <a:endParaRPr sz="641"/>
          </a:p>
        </p:txBody>
      </p:sp>
      <p:sp>
        <p:nvSpPr>
          <p:cNvPr id="983" name="Google Shape;983;p68"/>
          <p:cNvSpPr/>
          <p:nvPr/>
        </p:nvSpPr>
        <p:spPr>
          <a:xfrm>
            <a:off x="5208940" y="3087322"/>
            <a:ext cx="171000" cy="1743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13</a:t>
            </a:r>
            <a:endParaRPr sz="641"/>
          </a:p>
        </p:txBody>
      </p:sp>
      <p:sp>
        <p:nvSpPr>
          <p:cNvPr id="984" name="Google Shape;984;p68"/>
          <p:cNvSpPr/>
          <p:nvPr/>
        </p:nvSpPr>
        <p:spPr>
          <a:xfrm>
            <a:off x="5422113" y="4249390"/>
            <a:ext cx="163800" cy="160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21</a:t>
            </a:r>
            <a:endParaRPr sz="641"/>
          </a:p>
        </p:txBody>
      </p:sp>
      <p:sp>
        <p:nvSpPr>
          <p:cNvPr id="985" name="Google Shape;985;p68"/>
          <p:cNvSpPr/>
          <p:nvPr/>
        </p:nvSpPr>
        <p:spPr>
          <a:xfrm>
            <a:off x="5158681" y="4250591"/>
            <a:ext cx="157200" cy="1584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20</a:t>
            </a:r>
            <a:endParaRPr sz="641"/>
          </a:p>
        </p:txBody>
      </p:sp>
      <p:sp>
        <p:nvSpPr>
          <p:cNvPr id="986" name="Google Shape;986;p68"/>
          <p:cNvSpPr/>
          <p:nvPr/>
        </p:nvSpPr>
        <p:spPr>
          <a:xfrm>
            <a:off x="4890481" y="4250591"/>
            <a:ext cx="157200" cy="1584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19</a:t>
            </a:r>
            <a:endParaRPr sz="641"/>
          </a:p>
        </p:txBody>
      </p:sp>
      <p:sp>
        <p:nvSpPr>
          <p:cNvPr id="987" name="Google Shape;987;p68"/>
          <p:cNvSpPr/>
          <p:nvPr/>
        </p:nvSpPr>
        <p:spPr>
          <a:xfrm>
            <a:off x="8568046" y="2658866"/>
            <a:ext cx="143100" cy="142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8"/>
              <a:t>15</a:t>
            </a:r>
            <a:endParaRPr sz="568"/>
          </a:p>
        </p:txBody>
      </p:sp>
      <p:sp>
        <p:nvSpPr>
          <p:cNvPr id="988" name="Google Shape;988;p68"/>
          <p:cNvSpPr/>
          <p:nvPr/>
        </p:nvSpPr>
        <p:spPr>
          <a:xfrm>
            <a:off x="8262016" y="3690301"/>
            <a:ext cx="157200" cy="1557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16</a:t>
            </a:r>
            <a:endParaRPr sz="641"/>
          </a:p>
        </p:txBody>
      </p:sp>
      <p:sp>
        <p:nvSpPr>
          <p:cNvPr id="989" name="Google Shape;989;p68"/>
          <p:cNvSpPr/>
          <p:nvPr/>
        </p:nvSpPr>
        <p:spPr>
          <a:xfrm>
            <a:off x="4498653" y="3582960"/>
            <a:ext cx="157200" cy="160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18</a:t>
            </a:r>
            <a:endParaRPr sz="641"/>
          </a:p>
        </p:txBody>
      </p:sp>
      <p:sp>
        <p:nvSpPr>
          <p:cNvPr id="990" name="Google Shape;990;p68"/>
          <p:cNvSpPr/>
          <p:nvPr/>
        </p:nvSpPr>
        <p:spPr>
          <a:xfrm>
            <a:off x="3954996" y="3527369"/>
            <a:ext cx="171000" cy="1764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/>
              <a:t>17</a:t>
            </a:r>
            <a:endParaRPr sz="641"/>
          </a:p>
        </p:txBody>
      </p:sp>
      <p:sp>
        <p:nvSpPr>
          <p:cNvPr id="991" name="Google Shape;991;p68"/>
          <p:cNvSpPr txBox="1"/>
          <p:nvPr/>
        </p:nvSpPr>
        <p:spPr>
          <a:xfrm>
            <a:off x="3506575" y="954832"/>
            <a:ext cx="24279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6550" lIns="66550" spcFirstLastPara="1" rIns="66550" wrap="square" tIns="6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WIRING DIAGRAM</a:t>
            </a:r>
            <a:endParaRPr b="1" sz="160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68"/>
          <p:cNvSpPr/>
          <p:nvPr/>
        </p:nvSpPr>
        <p:spPr>
          <a:xfrm>
            <a:off x="8568046" y="2866089"/>
            <a:ext cx="143100" cy="142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8"/>
              <a:t>15</a:t>
            </a:r>
            <a:endParaRPr sz="568"/>
          </a:p>
        </p:txBody>
      </p:sp>
      <p:sp>
        <p:nvSpPr>
          <p:cNvPr id="993" name="Google Shape;993;p68"/>
          <p:cNvSpPr/>
          <p:nvPr/>
        </p:nvSpPr>
        <p:spPr>
          <a:xfrm>
            <a:off x="8568046" y="3054787"/>
            <a:ext cx="143100" cy="142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8"/>
              <a:t>15</a:t>
            </a:r>
            <a:endParaRPr sz="568"/>
          </a:p>
        </p:txBody>
      </p:sp>
      <p:sp>
        <p:nvSpPr>
          <p:cNvPr id="994" name="Google Shape;994;p68"/>
          <p:cNvSpPr/>
          <p:nvPr/>
        </p:nvSpPr>
        <p:spPr>
          <a:xfrm>
            <a:off x="8568046" y="3265285"/>
            <a:ext cx="143100" cy="142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8"/>
              <a:t>15</a:t>
            </a:r>
            <a:endParaRPr sz="568"/>
          </a:p>
        </p:txBody>
      </p:sp>
      <p:sp>
        <p:nvSpPr>
          <p:cNvPr id="995" name="Google Shape;995;p68"/>
          <p:cNvSpPr/>
          <p:nvPr/>
        </p:nvSpPr>
        <p:spPr>
          <a:xfrm>
            <a:off x="8568046" y="3462462"/>
            <a:ext cx="143100" cy="142800"/>
          </a:xfrm>
          <a:prstGeom prst="ellipse">
            <a:avLst/>
          </a:prstGeom>
          <a:solidFill>
            <a:srgbClr val="FFFFFF"/>
          </a:solidFill>
          <a:ln cap="flat" cmpd="sng" w="10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25" lIns="9925" spcFirstLastPara="1" rIns="9925" wrap="square" tIns="9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8"/>
              <a:t>15</a:t>
            </a:r>
            <a:endParaRPr sz="568"/>
          </a:p>
        </p:txBody>
      </p:sp>
      <p:graphicFrame>
        <p:nvGraphicFramePr>
          <p:cNvPr id="996" name="Google Shape;996;p68"/>
          <p:cNvGraphicFramePr/>
          <p:nvPr/>
        </p:nvGraphicFramePr>
        <p:xfrm>
          <a:off x="232775" y="977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{4DA59E51-3D75-45E9-BD5A-DFD7282A27B7}</a:tableStyleId>
              </a:tblPr>
              <a:tblGrid>
                <a:gridCol w="441075"/>
                <a:gridCol w="684700"/>
                <a:gridCol w="1008625"/>
                <a:gridCol w="486825"/>
              </a:tblGrid>
              <a:tr h="30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 NO.</a:t>
                      </a:r>
                      <a:endParaRPr b="1"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SUBSYSTEM</a:t>
                      </a:r>
                      <a:endParaRPr b="1"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b="1"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QTY</a:t>
                      </a:r>
                      <a:endParaRPr b="1"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Milwaukee M12 Battery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Adapter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Fuse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Voltage Cutoff Board (30A)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BusBar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2-8S LiPo UBEC-8A For 5 Servos Motors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DS5180 High‑Torque Servo - 80Kg servo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DS3230MG Servo - 30Kg servo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3A Low Volt Buck Converter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3A Buck Converter USB-C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PCA9685 16‑Ch Servo Driver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ESP32-S3-WROOM-U1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Antenna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 Linear Servo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Goteck 1.5g Micro Digital Linear Servo Actuator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3W 8Ω Speaker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DFPlayer Mini MP3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MCP9808 Temp Sensor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GY-NEO6MV2 NEO-6M GPS Module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</a:t>
                      </a:r>
                      <a:endParaRPr b="1"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Additional GY‑521 IMUs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5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6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2" name="Google Shape;1002;p6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4" name="Google Shape;1004;p69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05" name="Google Shape;1005;p6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Modeling &amp; Analysis</a:t>
            </a:r>
            <a:endParaRPr sz="1100"/>
          </a:p>
        </p:txBody>
      </p:sp>
      <p:sp>
        <p:nvSpPr>
          <p:cNvPr id="1006" name="Google Shape;1006;p6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1007" name="Google Shape;1007;p6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1008" name="Google Shape;1008;p6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1009" name="Google Shape;1009;p6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076" y="650676"/>
            <a:ext cx="7727822" cy="43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5" name="Google Shape;1015;p7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6" name="Google Shape;1016;p7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7" name="Google Shape;1017;p70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8" name="Google Shape;1018;p7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Modeling &amp; Analysis</a:t>
            </a:r>
            <a:endParaRPr sz="1100"/>
          </a:p>
        </p:txBody>
      </p:sp>
      <p:sp>
        <p:nvSpPr>
          <p:cNvPr id="1019" name="Google Shape;1019;p7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1020" name="Google Shape;1020;p7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1021" name="Google Shape;1021;p70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1022" name="Google Shape;1022;p70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775" y="637701"/>
            <a:ext cx="7727822" cy="43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8" name="Google Shape;1028;p7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9" name="Google Shape;1029;p7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0" name="Google Shape;1030;p7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1" name="Google Shape;1031;p7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Modeling &amp; Analysis</a:t>
            </a:r>
            <a:endParaRPr sz="1100"/>
          </a:p>
        </p:txBody>
      </p:sp>
      <p:sp>
        <p:nvSpPr>
          <p:cNvPr id="1032" name="Google Shape;1032;p7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1033" name="Google Shape;1033;p7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1034" name="Google Shape;1034;p7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1035" name="Google Shape;103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4201"/>
            <a:ext cx="7462535" cy="43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1" name="Google Shape;1041;p7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2" name="Google Shape;1042;p7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3" name="Google Shape;1043;p7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4" name="Google Shape;1044;p7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Modeling &amp; Analysis</a:t>
            </a:r>
            <a:endParaRPr sz="1100"/>
          </a:p>
        </p:txBody>
      </p:sp>
      <p:sp>
        <p:nvSpPr>
          <p:cNvPr id="1045" name="Google Shape;1045;p7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Gait Study</a:t>
            </a:r>
            <a:endParaRPr/>
          </a:p>
        </p:txBody>
      </p:sp>
      <p:sp>
        <p:nvSpPr>
          <p:cNvPr id="1046" name="Google Shape;1046;p7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Electrical System</a:t>
            </a:r>
            <a:endParaRPr sz="1100"/>
          </a:p>
        </p:txBody>
      </p:sp>
      <p:sp>
        <p:nvSpPr>
          <p:cNvPr id="1047" name="Google Shape;1047;p7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Control System</a:t>
            </a:r>
            <a:endParaRPr/>
          </a:p>
        </p:txBody>
      </p:sp>
      <p:pic>
        <p:nvPicPr>
          <p:cNvPr id="1048" name="Google Shape;104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100" y="1073675"/>
            <a:ext cx="5027325" cy="3665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9" name="Google Shape;1049;p72"/>
          <p:cNvSpPr txBox="1"/>
          <p:nvPr/>
        </p:nvSpPr>
        <p:spPr>
          <a:xfrm>
            <a:off x="3780275" y="697825"/>
            <a:ext cx="4524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Tentative Proposed Controller Layout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050" name="Google Shape;105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44201"/>
            <a:ext cx="2678773" cy="434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72"/>
          <p:cNvSpPr txBox="1"/>
          <p:nvPr/>
        </p:nvSpPr>
        <p:spPr>
          <a:xfrm>
            <a:off x="644433" y="3673464"/>
            <a:ext cx="1571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Tentative</a:t>
            </a:r>
            <a:endParaRPr i="1" sz="2500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2" name="Google Shape;1052;p72"/>
          <p:cNvSpPr txBox="1"/>
          <p:nvPr/>
        </p:nvSpPr>
        <p:spPr>
          <a:xfrm>
            <a:off x="307225" y="4102175"/>
            <a:ext cx="22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visual design is subject to change</a:t>
            </a:r>
            <a:endParaRPr sz="1000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8" name="Google Shape;1058;p7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9" name="Google Shape;1059;p7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0" name="Google Shape;1060;p7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1" name="Google Shape;1061;p7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Finances</a:t>
            </a:r>
            <a:endParaRPr/>
          </a:p>
        </p:txBody>
      </p:sp>
      <p:sp>
        <p:nvSpPr>
          <p:cNvPr id="1062" name="Google Shape;1062;p73"/>
          <p:cNvSpPr/>
          <p:nvPr/>
        </p:nvSpPr>
        <p:spPr>
          <a:xfrm>
            <a:off x="1212450" y="1513350"/>
            <a:ext cx="1736100" cy="519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BE2C4"/>
              </a:solidFill>
              <a:highlight>
                <a:srgbClr val="FBE2C4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3" name="Google Shape;1063;p73"/>
          <p:cNvSpPr/>
          <p:nvPr/>
        </p:nvSpPr>
        <p:spPr>
          <a:xfrm>
            <a:off x="1245125" y="2917325"/>
            <a:ext cx="1913100" cy="612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4" name="Google Shape;1064;p73"/>
          <p:cNvSpPr txBox="1"/>
          <p:nvPr>
            <p:ph idx="1" type="subTitle"/>
          </p:nvPr>
        </p:nvSpPr>
        <p:spPr>
          <a:xfrm>
            <a:off x="2359200" y="638050"/>
            <a:ext cx="46491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Finances</a:t>
            </a:r>
            <a:endParaRPr/>
          </a:p>
        </p:txBody>
      </p:sp>
      <p:pic>
        <p:nvPicPr>
          <p:cNvPr id="1065" name="Google Shape;106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800" y="998050"/>
            <a:ext cx="5103926" cy="3840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6" name="Google Shape;1066;p73"/>
          <p:cNvSpPr txBox="1"/>
          <p:nvPr/>
        </p:nvSpPr>
        <p:spPr>
          <a:xfrm>
            <a:off x="619450" y="1169452"/>
            <a:ext cx="1856400" cy="33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Approved budget: $530.00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7" name="Google Shape;1067;p73"/>
          <p:cNvSpPr txBox="1"/>
          <p:nvPr>
            <p:ph idx="1" type="subTitle"/>
          </p:nvPr>
        </p:nvSpPr>
        <p:spPr>
          <a:xfrm>
            <a:off x="2783538" y="127325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FMEA</a:t>
            </a:r>
            <a:endParaRPr/>
          </a:p>
        </p:txBody>
      </p:sp>
      <p:sp>
        <p:nvSpPr>
          <p:cNvPr id="1068" name="Google Shape;1068;p73"/>
          <p:cNvSpPr/>
          <p:nvPr/>
        </p:nvSpPr>
        <p:spPr>
          <a:xfrm>
            <a:off x="1245125" y="4315000"/>
            <a:ext cx="1913100" cy="612900"/>
          </a:xfrm>
          <a:prstGeom prst="rect">
            <a:avLst/>
          </a:prstGeom>
          <a:solidFill>
            <a:srgbClr val="FBE2C4"/>
          </a:solidFill>
          <a:ln cap="flat" cmpd="sng" w="9525">
            <a:solidFill>
              <a:srgbClr val="FBE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9" name="Google Shape;1069;p73"/>
          <p:cNvSpPr txBox="1"/>
          <p:nvPr/>
        </p:nvSpPr>
        <p:spPr>
          <a:xfrm>
            <a:off x="619450" y="1673352"/>
            <a:ext cx="1856400" cy="33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Budget used: $427.38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0" name="Google Shape;1070;p73"/>
          <p:cNvSpPr txBox="1"/>
          <p:nvPr/>
        </p:nvSpPr>
        <p:spPr>
          <a:xfrm>
            <a:off x="619450" y="2177252"/>
            <a:ext cx="1856400" cy="33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Amount Remaining: $102.62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6" name="Google Shape;1076;p7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br>
              <a:rPr lang="en"/>
            </a:br>
            <a:r>
              <a:rPr lang="en"/>
              <a:t>Thank you!</a:t>
            </a:r>
            <a:endParaRPr/>
          </a:p>
        </p:txBody>
      </p:sp>
      <p:cxnSp>
        <p:nvCxnSpPr>
          <p:cNvPr id="1077" name="Google Shape;1077;p7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