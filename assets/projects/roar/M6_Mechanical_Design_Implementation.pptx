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Urbanist Medium"/>
      <p:regular r:id="rId10"/>
      <p:bold r:id="rId11"/>
      <p:italic r:id="rId12"/>
      <p:boldItalic r:id="rId13"/>
    </p:embeddedFont>
    <p:embeddedFont>
      <p:font typeface="Urbanist SemiBold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9041E6-0A66-4F3A-9179-40F484DD1E61}">
  <a:tblStyle styleId="{059041E6-0A66-4F3A-9179-40F484DD1E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21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UrbanistMedium-bold.fntdata"/><Relationship Id="rId10" Type="http://schemas.openxmlformats.org/officeDocument/2006/relationships/font" Target="fonts/UrbanistMedium-regular.fntdata"/><Relationship Id="rId13" Type="http://schemas.openxmlformats.org/officeDocument/2006/relationships/font" Target="fonts/UrbanistMedium-boldItalic.fntdata"/><Relationship Id="rId12" Type="http://schemas.openxmlformats.org/officeDocument/2006/relationships/font" Target="fonts/UrbanistMedium-italic.fntdata"/><Relationship Id="rId15" Type="http://schemas.openxmlformats.org/officeDocument/2006/relationships/font" Target="fonts/UrbanistSemiBold-bold.fntdata"/><Relationship Id="rId14" Type="http://schemas.openxmlformats.org/officeDocument/2006/relationships/font" Target="fonts/UrbanistSemiBold-regular.fntdata"/><Relationship Id="rId17" Type="http://schemas.openxmlformats.org/officeDocument/2006/relationships/font" Target="fonts/UrbanistSemiBold-boldItalic.fntdata"/><Relationship Id="rId16" Type="http://schemas.openxmlformats.org/officeDocument/2006/relationships/font" Target="fonts/UrbanistSemiBold-italic.fntdata"/><Relationship Id="rId19" Type="http://schemas.openxmlformats.org/officeDocument/2006/relationships/font" Target="fonts/Urbanist-bold.fntdata"/><Relationship Id="rId18" Type="http://schemas.openxmlformats.org/officeDocument/2006/relationships/font" Target="fonts/Urbani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7728a8f3b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97728a8f3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63956f716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d63956f716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7728a8f3b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97728a8f3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6385450" y="4583975"/>
            <a:ext cx="2662200" cy="199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38" name="Google Shape;4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375" y="778000"/>
            <a:ext cx="1688825" cy="36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025" y="773025"/>
            <a:ext cx="1688825" cy="3679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4725" y="778000"/>
            <a:ext cx="1688825" cy="3674734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1"/>
          <p:cNvSpPr/>
          <p:nvPr/>
        </p:nvSpPr>
        <p:spPr>
          <a:xfrm>
            <a:off x="6578200" y="254250"/>
            <a:ext cx="2250300" cy="47352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42" name="Google Shape;442;p41" title="Screenshot 2026-04-19 at 10.54.58 PM.png"/>
          <p:cNvPicPr preferRelativeResize="0"/>
          <p:nvPr/>
        </p:nvPicPr>
        <p:blipFill rotWithShape="1">
          <a:blip r:embed="rId6">
            <a:alphaModFix/>
          </a:blip>
          <a:srcRect b="0" l="1137" r="0" t="527"/>
          <a:stretch/>
        </p:blipFill>
        <p:spPr>
          <a:xfrm>
            <a:off x="6643350" y="297700"/>
            <a:ext cx="2129700" cy="4660200"/>
          </a:xfrm>
          <a:prstGeom prst="roundRect">
            <a:avLst>
              <a:gd fmla="val 10411" name="adj"/>
            </a:avLst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434025" y="4645650"/>
            <a:ext cx="21969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USER INTERFACE</a:t>
            </a:r>
            <a:endParaRPr b="1"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41"/>
          <p:cNvSpPr/>
          <p:nvPr/>
        </p:nvSpPr>
        <p:spPr>
          <a:xfrm>
            <a:off x="4180650" y="4783475"/>
            <a:ext cx="1269300" cy="199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2"/>
          <p:cNvPicPr preferRelativeResize="0"/>
          <p:nvPr/>
        </p:nvPicPr>
        <p:blipFill rotWithShape="1">
          <a:blip r:embed="rId3">
            <a:alphaModFix/>
          </a:blip>
          <a:srcRect b="0" l="8651" r="0" t="0"/>
          <a:stretch/>
        </p:blipFill>
        <p:spPr>
          <a:xfrm>
            <a:off x="823250" y="371575"/>
            <a:ext cx="7136575" cy="4394625"/>
          </a:xfrm>
          <a:prstGeom prst="rect">
            <a:avLst/>
          </a:prstGeom>
          <a:noFill/>
          <a:ln cap="flat" cmpd="sng" w="12700">
            <a:solidFill>
              <a:srgbClr val="666666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4" name="Google Shape;454;p43"/>
          <p:cNvGraphicFramePr/>
          <p:nvPr/>
        </p:nvGraphicFramePr>
        <p:xfrm>
          <a:off x="1209575" y="44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{059041E6-0A66-4F3A-9179-40F484DD1E61}</a:tableStyleId>
              </a:tblPr>
              <a:tblGrid>
                <a:gridCol w="1170650"/>
                <a:gridCol w="1817275"/>
                <a:gridCol w="3132850"/>
                <a:gridCol w="836150"/>
              </a:tblGrid>
              <a:tr h="3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 NO.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SUBSYSTEM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QTY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Milwaukee M12 Battery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Adapter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Fuse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Voltage Cutoff Board (30A)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BusBar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2-8S LiPo UBEC-8A For 5 Servos Motors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DS5180 High‑Torque Servo - 80Kg servo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DS3230MG Servo - 30Kg servo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5V 3A Low Volt Buck Converter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5V 3A Buck Converter USB-C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PCA9685 16‑Ch Servo Driver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ESP32-S3-WROOM-U1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Antenna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 Linear Servo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Goteck 1.5g Micro Digital Linear Servo Actuator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Audio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3W 8Ω Speaker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Audio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DFPlayer Mini MP3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MCP9808 Temp Sensor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GY-NEO6MV2 NEO-6M GPS Module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84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</a:t>
                      </a:r>
                      <a:endParaRPr b="1"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Additional GY‑521 IMUs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